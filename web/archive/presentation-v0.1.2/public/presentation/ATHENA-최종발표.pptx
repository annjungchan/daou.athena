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b385e7299a4b44" /><Relationship Type="http://schemas.openxmlformats.org/officeDocument/2006/relationships/extended-properties" Target="/docProps/app.xml" Id="R58334b012f164aa2" /><Relationship Type="http://schemas.openxmlformats.org/officeDocument/2006/relationships/officeDocument" Target="/ppt/presentation.xml" Id="Rbf85df53ba43400e" /></Relationships>
</file>

<file path=ppt/presentation.xml><?xml version="1.0" encoding="utf-8"?>
<p:presentation xmlns:p="http://schemas.openxmlformats.org/presentationml/2006/main">
  <p:sldMasterIdLst>
    <p:sldMasterId xmlns:r="http://schemas.openxmlformats.org/officeDocument/2006/relationships" id="2147483648" r:id="Ree70d000bc3143e2"/>
  </p:sldMasterIdLst>
  <p:notesMasterIdLst>
    <p:notesMasterId xmlns:r="http://schemas.openxmlformats.org/officeDocument/2006/relationships" r:id="Rf6f88a44cacc4328"/>
  </p:notesMasterIdLst>
  <p:sldIdLst>
    <p:sldId xmlns:r="http://schemas.openxmlformats.org/officeDocument/2006/relationships" id="256" r:id="R6e4bf31b04934425"/>
    <p:sldId xmlns:r="http://schemas.openxmlformats.org/officeDocument/2006/relationships" id="257" r:id="Rd809c9d676394069"/>
    <p:sldId xmlns:r="http://schemas.openxmlformats.org/officeDocument/2006/relationships" id="258" r:id="Rbcf873c5cdbf4385"/>
    <p:sldId xmlns:r="http://schemas.openxmlformats.org/officeDocument/2006/relationships" id="259" r:id="Rfeb585fab9f847a7"/>
    <p:sldId xmlns:r="http://schemas.openxmlformats.org/officeDocument/2006/relationships" id="260" r:id="Rbfb798ee02154786"/>
    <p:sldId xmlns:r="http://schemas.openxmlformats.org/officeDocument/2006/relationships" id="261" r:id="R5f82af0a187047bf"/>
    <p:sldId xmlns:r="http://schemas.openxmlformats.org/officeDocument/2006/relationships" id="262" r:id="R64adbede274a47d6"/>
    <p:sldId xmlns:r="http://schemas.openxmlformats.org/officeDocument/2006/relationships" id="263" r:id="R820a322a842c424d"/>
    <p:sldId xmlns:r="http://schemas.openxmlformats.org/officeDocument/2006/relationships" id="264" r:id="R682873891a374149"/>
    <p:sldId xmlns:r="http://schemas.openxmlformats.org/officeDocument/2006/relationships" id="265" r:id="R2b002ed0685844d9"/>
    <p:sldId xmlns:r="http://schemas.openxmlformats.org/officeDocument/2006/relationships" id="266" r:id="R1cf7c329dcd045f5"/>
    <p:sldId xmlns:r="http://schemas.openxmlformats.org/officeDocument/2006/relationships" id="267" r:id="R43570a12bf3c4b83"/>
    <p:sldId xmlns:r="http://schemas.openxmlformats.org/officeDocument/2006/relationships" id="268" r:id="R53a01a34a26c423f"/>
    <p:sldId xmlns:r="http://schemas.openxmlformats.org/officeDocument/2006/relationships" id="269" r:id="R9fdfa40c051d4263"/>
    <p:sldId xmlns:r="http://schemas.openxmlformats.org/officeDocument/2006/relationships" id="270" r:id="Recba3a13303543f6"/>
    <p:sldId xmlns:r="http://schemas.openxmlformats.org/officeDocument/2006/relationships" id="271" r:id="R54e7e4d5be284044"/>
    <p:sldId xmlns:r="http://schemas.openxmlformats.org/officeDocument/2006/relationships" id="272" r:id="R332436a6cd91482b"/>
    <p:sldId xmlns:r="http://schemas.openxmlformats.org/officeDocument/2006/relationships" id="273" r:id="Rf17861e7f8cd4e5d"/>
    <p:sldId xmlns:r="http://schemas.openxmlformats.org/officeDocument/2006/relationships" id="274" r:id="R3847c0e3cdf64d2e"/>
    <p:sldId xmlns:r="http://schemas.openxmlformats.org/officeDocument/2006/relationships" id="275" r:id="R46ffad538ee044af"/>
    <p:sldId xmlns:r="http://schemas.openxmlformats.org/officeDocument/2006/relationships" id="276" r:id="R8b6f2f7a0dc0405a"/>
    <p:sldId xmlns:r="http://schemas.openxmlformats.org/officeDocument/2006/relationships" id="277" r:id="Rc778e127efe946b1"/>
    <p:sldId xmlns:r="http://schemas.openxmlformats.org/officeDocument/2006/relationships" id="278" r:id="R64bb34d7467e40ca"/>
    <p:sldId xmlns:r="http://schemas.openxmlformats.org/officeDocument/2006/relationships" id="279" r:id="R673de851b62c4d31"/>
    <p:sldId xmlns:r="http://schemas.openxmlformats.org/officeDocument/2006/relationships" id="280" r:id="R31880a3acb4d48ab"/>
    <p:sldId xmlns:r="http://schemas.openxmlformats.org/officeDocument/2006/relationships" id="281" r:id="R4277a4c117e04b26"/>
    <p:sldId xmlns:r="http://schemas.openxmlformats.org/officeDocument/2006/relationships" id="282" r:id="R22881febf1314649"/>
    <p:sldId xmlns:r="http://schemas.openxmlformats.org/officeDocument/2006/relationships" id="283" r:id="Re0d2bc4d63eb48e4"/>
    <p:sldId xmlns:r="http://schemas.openxmlformats.org/officeDocument/2006/relationships" id="284" r:id="R62d5c95ecf634418"/>
    <p:sldId xmlns:r="http://schemas.openxmlformats.org/officeDocument/2006/relationships" id="285" r:id="Rd4c3edaed1d846b1"/>
    <p:sldId xmlns:r="http://schemas.openxmlformats.org/officeDocument/2006/relationships" id="286" r:id="R0dfbdd684b6c4d48"/>
    <p:sldId xmlns:r="http://schemas.openxmlformats.org/officeDocument/2006/relationships" id="287" r:id="R0a84a8e9b1eb4a12"/>
    <p:sldId xmlns:r="http://schemas.openxmlformats.org/officeDocument/2006/relationships" id="288" r:id="Rfd5f2a0222974a5a"/>
    <p:sldId xmlns:r="http://schemas.openxmlformats.org/officeDocument/2006/relationships" id="289" r:id="R589a5964ec68477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3cd9ba5c6e4c95" /><Relationship Type="http://schemas.openxmlformats.org/officeDocument/2006/relationships/slideMaster" Target="/ppt/slideMasters/slideMaster1.xml" Id="Ree70d000bc3143e2" /><Relationship Type="http://schemas.openxmlformats.org/officeDocument/2006/relationships/notesMaster" Target="/ppt/notesMasters/notesMaster1.xml" Id="Rf6f88a44cacc4328" /><Relationship Type="http://schemas.openxmlformats.org/officeDocument/2006/relationships/presProps" Target="/ppt/presProps.xml" Id="R8efb7121825d40a3" /><Relationship Type="http://schemas.openxmlformats.org/officeDocument/2006/relationships/tableStyles" Target="/ppt/tableStyles.xml" Id="R9aec7caf3eef4e54" /><Relationship Type="http://schemas.openxmlformats.org/officeDocument/2006/relationships/slide" Target="/ppt/slides/slide1.xml" Id="R6e4bf31b04934425" /><Relationship Type="http://schemas.openxmlformats.org/officeDocument/2006/relationships/slide" Target="/ppt/slides/slide2.xml" Id="Rd809c9d676394069" /><Relationship Type="http://schemas.openxmlformats.org/officeDocument/2006/relationships/slide" Target="/ppt/slides/slide3.xml" Id="Rbcf873c5cdbf4385" /><Relationship Type="http://schemas.openxmlformats.org/officeDocument/2006/relationships/slide" Target="/ppt/slides/slide4.xml" Id="Rfeb585fab9f847a7" /><Relationship Type="http://schemas.openxmlformats.org/officeDocument/2006/relationships/slide" Target="/ppt/slides/slide5.xml" Id="Rbfb798ee02154786" /><Relationship Type="http://schemas.openxmlformats.org/officeDocument/2006/relationships/slide" Target="/ppt/slides/slide6.xml" Id="R5f82af0a187047bf" /><Relationship Type="http://schemas.openxmlformats.org/officeDocument/2006/relationships/slide" Target="/ppt/slides/slide7.xml" Id="R64adbede274a47d6" /><Relationship Type="http://schemas.openxmlformats.org/officeDocument/2006/relationships/slide" Target="/ppt/slides/slide8.xml" Id="R820a322a842c424d" /><Relationship Type="http://schemas.openxmlformats.org/officeDocument/2006/relationships/slide" Target="/ppt/slides/slide9.xml" Id="R682873891a374149" /><Relationship Type="http://schemas.openxmlformats.org/officeDocument/2006/relationships/slide" Target="/ppt/slides/slide10.xml" Id="R2b002ed0685844d9" /><Relationship Type="http://schemas.openxmlformats.org/officeDocument/2006/relationships/slide" Target="/ppt/slides/slide11.xml" Id="R1cf7c329dcd045f5" /><Relationship Type="http://schemas.openxmlformats.org/officeDocument/2006/relationships/slide" Target="/ppt/slides/slide12.xml" Id="R43570a12bf3c4b83" /><Relationship Type="http://schemas.openxmlformats.org/officeDocument/2006/relationships/slide" Target="/ppt/slides/slide13.xml" Id="R53a01a34a26c423f" /><Relationship Type="http://schemas.openxmlformats.org/officeDocument/2006/relationships/slide" Target="/ppt/slides/slide14.xml" Id="R9fdfa40c051d4263" /><Relationship Type="http://schemas.openxmlformats.org/officeDocument/2006/relationships/slide" Target="/ppt/slides/slide15.xml" Id="Recba3a13303543f6" /><Relationship Type="http://schemas.openxmlformats.org/officeDocument/2006/relationships/slide" Target="/ppt/slides/slide16.xml" Id="R54e7e4d5be284044" /><Relationship Type="http://schemas.openxmlformats.org/officeDocument/2006/relationships/slide" Target="/ppt/slides/slide17.xml" Id="R332436a6cd91482b" /><Relationship Type="http://schemas.openxmlformats.org/officeDocument/2006/relationships/slide" Target="/ppt/slides/slide18.xml" Id="Rf17861e7f8cd4e5d" /><Relationship Type="http://schemas.openxmlformats.org/officeDocument/2006/relationships/slide" Target="/ppt/slides/slide19.xml" Id="R3847c0e3cdf64d2e" /><Relationship Type="http://schemas.openxmlformats.org/officeDocument/2006/relationships/slide" Target="/ppt/slides/slide20.xml" Id="R46ffad538ee044af" /><Relationship Type="http://schemas.openxmlformats.org/officeDocument/2006/relationships/slide" Target="/ppt/slides/slide21.xml" Id="R8b6f2f7a0dc0405a" /><Relationship Type="http://schemas.openxmlformats.org/officeDocument/2006/relationships/slide" Target="/ppt/slides/slide22.xml" Id="Rc778e127efe946b1" /><Relationship Type="http://schemas.openxmlformats.org/officeDocument/2006/relationships/slide" Target="/ppt/slides/slide23.xml" Id="R64bb34d7467e40ca" /><Relationship Type="http://schemas.openxmlformats.org/officeDocument/2006/relationships/slide" Target="/ppt/slides/slide24.xml" Id="R673de851b62c4d31" /><Relationship Type="http://schemas.openxmlformats.org/officeDocument/2006/relationships/slide" Target="/ppt/slides/slide25.xml" Id="R31880a3acb4d48ab" /><Relationship Type="http://schemas.openxmlformats.org/officeDocument/2006/relationships/slide" Target="/ppt/slides/slide26.xml" Id="R4277a4c117e04b26" /><Relationship Type="http://schemas.openxmlformats.org/officeDocument/2006/relationships/slide" Target="/ppt/slides/slide27.xml" Id="R22881febf1314649" /><Relationship Type="http://schemas.openxmlformats.org/officeDocument/2006/relationships/slide" Target="/ppt/slides/slide28.xml" Id="Re0d2bc4d63eb48e4" /><Relationship Type="http://schemas.openxmlformats.org/officeDocument/2006/relationships/slide" Target="/ppt/slides/slide29.xml" Id="R62d5c95ecf634418" /><Relationship Type="http://schemas.openxmlformats.org/officeDocument/2006/relationships/slide" Target="/ppt/slides/slide30.xml" Id="Rd4c3edaed1d846b1" /><Relationship Type="http://schemas.openxmlformats.org/officeDocument/2006/relationships/slide" Target="/ppt/slides/slide31.xml" Id="R0dfbdd684b6c4d48" /><Relationship Type="http://schemas.openxmlformats.org/officeDocument/2006/relationships/slide" Target="/ppt/slides/slide32.xml" Id="R0a84a8e9b1eb4a12" /><Relationship Type="http://schemas.openxmlformats.org/officeDocument/2006/relationships/slide" Target="/ppt/slides/slide33.xml" Id="Rfd5f2a0222974a5a" /><Relationship Type="http://schemas.openxmlformats.org/officeDocument/2006/relationships/slide" Target="/ppt/slides/slide34.xml" Id="R589a5964ec6847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147a7ee83e42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66f153bbd045f3" /><Relationship Type="http://schemas.openxmlformats.org/officeDocument/2006/relationships/notesMaster" Target="/ppt/notesMasters/notesMaster1.xml" Id="Ra35d1120bf5a4b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a1dc3fa7c54f68" /><Relationship Type="http://schemas.openxmlformats.org/officeDocument/2006/relationships/notesMaster" Target="/ppt/notesMasters/notesMaster1.xml" Id="R3e44ec75ff5049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3375d3d02e4cda" /><Relationship Type="http://schemas.openxmlformats.org/officeDocument/2006/relationships/notesMaster" Target="/ppt/notesMasters/notesMaster1.xml" Id="Rfda2e98e25d748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62446b45644ad2" /><Relationship Type="http://schemas.openxmlformats.org/officeDocument/2006/relationships/notesMaster" Target="/ppt/notesMasters/notesMaster1.xml" Id="R45e7b723f5f04e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3463856fcb4d1a" /><Relationship Type="http://schemas.openxmlformats.org/officeDocument/2006/relationships/notesMaster" Target="/ppt/notesMasters/notesMaster1.xml" Id="R3cf13415f73243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721a24c0cc424f" /><Relationship Type="http://schemas.openxmlformats.org/officeDocument/2006/relationships/notesMaster" Target="/ppt/notesMasters/notesMaster1.xml" Id="Rc6f1b77d577a47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5850f5520f4fb0" /><Relationship Type="http://schemas.openxmlformats.org/officeDocument/2006/relationships/notesMaster" Target="/ppt/notesMasters/notesMaster1.xml" Id="Rf863851c1c60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89ab6bfe6d434c" /><Relationship Type="http://schemas.openxmlformats.org/officeDocument/2006/relationships/notesMaster" Target="/ppt/notesMasters/notesMaster1.xml" Id="R3a13c0d722544a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bc7c286a494ff7" /><Relationship Type="http://schemas.openxmlformats.org/officeDocument/2006/relationships/notesMaster" Target="/ppt/notesMasters/notesMaster1.xml" Id="R32b147aa6dd44c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93b540577b4502" /><Relationship Type="http://schemas.openxmlformats.org/officeDocument/2006/relationships/notesMaster" Target="/ppt/notesMasters/notesMaster1.xml" Id="Rc8e175c4f8a640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0b71ea737a46c3" /><Relationship Type="http://schemas.openxmlformats.org/officeDocument/2006/relationships/notesMaster" Target="/ppt/notesMasters/notesMaster1.xml" Id="R21664464b63740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4923313afc4fea" /><Relationship Type="http://schemas.openxmlformats.org/officeDocument/2006/relationships/notesMaster" Target="/ppt/notesMasters/notesMaster1.xml" Id="R47e775a6bf424f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d4e2767e7e425f" /><Relationship Type="http://schemas.openxmlformats.org/officeDocument/2006/relationships/notesMaster" Target="/ppt/notesMasters/notesMaster1.xml" Id="Rc51321e9aaea4c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3bfa99f2214747" /><Relationship Type="http://schemas.openxmlformats.org/officeDocument/2006/relationships/notesMaster" Target="/ppt/notesMasters/notesMaster1.xml" Id="Rb526e8869e3a49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99b62d3be34a17" /><Relationship Type="http://schemas.openxmlformats.org/officeDocument/2006/relationships/notesMaster" Target="/ppt/notesMasters/notesMaster1.xml" Id="R4641a53366be47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201739e5584727" /><Relationship Type="http://schemas.openxmlformats.org/officeDocument/2006/relationships/notesMaster" Target="/ppt/notesMasters/notesMaster1.xml" Id="R1a8b7f5a008940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69715b25194431" /><Relationship Type="http://schemas.openxmlformats.org/officeDocument/2006/relationships/notesMaster" Target="/ppt/notesMasters/notesMaster1.xml" Id="Rbd906949ab734d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91fe463be4408a" /><Relationship Type="http://schemas.openxmlformats.org/officeDocument/2006/relationships/notesMaster" Target="/ppt/notesMasters/notesMaster1.xml" Id="Rd1e5b5a580634f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619a6951954a05" /><Relationship Type="http://schemas.openxmlformats.org/officeDocument/2006/relationships/notesMaster" Target="/ppt/notesMasters/notesMaster1.xml" Id="Rb074c2126499462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7dd1ead5f24b43" /><Relationship Type="http://schemas.openxmlformats.org/officeDocument/2006/relationships/notesMaster" Target="/ppt/notesMasters/notesMaster1.xml" Id="Rdae758d6d70e45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7ff3eebb1f42f3" /><Relationship Type="http://schemas.openxmlformats.org/officeDocument/2006/relationships/notesMaster" Target="/ppt/notesMasters/notesMaster1.xml" Id="Rf6ac681019f94a9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54803896474315" /><Relationship Type="http://schemas.openxmlformats.org/officeDocument/2006/relationships/notesMaster" Target="/ppt/notesMasters/notesMaster1.xml" Id="R07c62c6a72f240c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9a8116744124010" /><Relationship Type="http://schemas.openxmlformats.org/officeDocument/2006/relationships/notesMaster" Target="/ppt/notesMasters/notesMaster1.xml" Id="Rc7c9df811ca647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7c4de7fbf24a15" /><Relationship Type="http://schemas.openxmlformats.org/officeDocument/2006/relationships/notesMaster" Target="/ppt/notesMasters/notesMaster1.xml" Id="R9a2cba0755d548c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a6d011617484860" /><Relationship Type="http://schemas.openxmlformats.org/officeDocument/2006/relationships/notesMaster" Target="/ppt/notesMasters/notesMaster1.xml" Id="R45752119c4d34ff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a6abfeeda814251" /><Relationship Type="http://schemas.openxmlformats.org/officeDocument/2006/relationships/notesMaster" Target="/ppt/notesMasters/notesMaster1.xml" Id="Rf650d391937b495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0df1e94eaa9458e" /><Relationship Type="http://schemas.openxmlformats.org/officeDocument/2006/relationships/notesMaster" Target="/ppt/notesMasters/notesMaster1.xml" Id="Rd0043370efb8407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ba0c67f3c87405b" /><Relationship Type="http://schemas.openxmlformats.org/officeDocument/2006/relationships/notesMaster" Target="/ppt/notesMasters/notesMaster1.xml" Id="R48a3b966d4c44b7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31ac4a8561f4a40" /><Relationship Type="http://schemas.openxmlformats.org/officeDocument/2006/relationships/notesMaster" Target="/ppt/notesMasters/notesMaster1.xml" Id="R3fa85f525d65411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77cb3c554a24f11" /><Relationship Type="http://schemas.openxmlformats.org/officeDocument/2006/relationships/notesMaster" Target="/ppt/notesMasters/notesMaster1.xml" Id="R8a956868614b49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53b204b2e17409a" /><Relationship Type="http://schemas.openxmlformats.org/officeDocument/2006/relationships/notesMaster" Target="/ppt/notesMasters/notesMaster1.xml" Id="Rba6f2958d3c4422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5fe18f3046d4a20" /><Relationship Type="http://schemas.openxmlformats.org/officeDocument/2006/relationships/notesMaster" Target="/ppt/notesMasters/notesMaster1.xml" Id="R810eddb9ebb140d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0a307873eb04d3b" /><Relationship Type="http://schemas.openxmlformats.org/officeDocument/2006/relationships/notesMaster" Target="/ppt/notesMasters/notesMaster1.xml" Id="R11650374a41b4f0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58dd7411a4c4c20" /><Relationship Type="http://schemas.openxmlformats.org/officeDocument/2006/relationships/notesMaster" Target="/ppt/notesMasters/notesMaster1.xml" Id="Rb5161ee78c7448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다우기술에서 키움증권 에이아이 서비스를 개발하고 있는 비아이엑스팀 안중찬 선임입니다.</a:t>
            </a:r>
          </a:p>
          <a:p xmlns:a="http://schemas.openxmlformats.org/drawingml/2006/main">
            <a:r>
              <a:t/>
            </a:r>
          </a:p>
          <a:p xmlns:a="http://schemas.openxmlformats.org/drawingml/2006/main">
            <a:r>
              <a:t>여러분은 최근 가장 주목받는 소프트웨어가 무엇이라고 생각하십니까? 저는 클로드 코드라고 생각합니다.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클로드 코드는 원하는 일을 말로 설명하면 코드를 작성하고, 실행하고, 오류를 수정해 주는 도구입니다.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저는 이 변화가 프로그래밍 언어의 발전과 닮아 있다고 생각합니다. 어셈블리에서 씨 언어로 발전하면서, 같은 작업을 더 간결하게 표현할 수 있게 됐습니다.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이제는 코드로 적던 요구를 우리가 평소 쓰는 말로 전달하기 시작했습니다. 말로 설명하는 것이 개발의 새로운 방식이 되고 있는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그렇다면 투자자에게는 어떨까요? 증권사의 데이터와 기능을 연결하는 에이피아이, 엠씨피, 씨엘아이 같은 도구가 있습니다. 이런 도구를 클로드 코드에 연결하기만 하면, 누구나 쓸 수 있는 투자 작업 공간이 만들어질까요?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클로드 코드를 만든 보리스 체르니는 최고의 엔지니어를 위한 최고의 제품에 집중한다고 말했습니다. 전문 소프트웨어 개발자를 주요 고객으로 삼는다는 뜻입니다.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이런 도구는 숙련된 개발자에게 새로운 투자 기회를 줄 수 있습니다. 하지만 일반 투자자가 같은 방식으로 활용하기에는 어려움이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에이피아이, 엠씨피, 씨엘아이 같은 도구를 쓰려면 투자 지식만으로는 부족하기 때문입니다. 도구를 직접 연결하고, 작동할 환경을 만들고, 오류가 나면 해결해야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즉, 도구가 준비되어 있어도 실제 투자 작업을 완성하려면 개발 부담을 직접 떠안아야 합니다. 이것이 저희가 정의한 고객의 문제입니다.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아테나의 고객은 에이아이를 투자에 활용하고 싶지만, 소프트웨어를 직접 개발하는 사람은 아닌 일반 투자자입니다. 초보자부터 경험 많은 투자자까지 모두 포함합니다.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아테나는 투자자가 이런 개발 부담 없이 에이아이로 필요한 정보와 근거를 확인하고, 자신의 투자 판단에 집중하도록 돕고자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고객 문제에서 출발한 제품이 아테나입니다.</a:t>
            </a:r>
          </a:p>
          <a:p xmlns:a="http://schemas.openxmlformats.org/drawingml/2006/main">
            <a:r>
              <a:t/>
            </a:r>
          </a:p>
          <a:p xmlns:a="http://schemas.openxmlformats.org/drawingml/2006/main">
            <a:r>
              <a:t>여러분은 평소 어떻게 투자하고 계십니까?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투자자는 차트의 가격과 거래량, 여러 지표를 살펴봅니다. 뉴스와 공시 원문을 찾아 가격이 움직인 배경을 확인하고, 판단의 근거를 쌓습니다.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매매 일지로 지난 판단을 되짚고, 그 경험을 다음 투자에 활용합니다. 관심 종목에 조건을 걸어 두고, 알림이 오면 다시 판단하기도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일부 투자자는 키움 오픈에이피아이를 활용한 번트 트레이드 같은 프로그램 매매 도구를 씁니다. 조건을 바꾸고 결과를 검증하면서 자신만의 투자 원칙을 만듭니다.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차트를 분석하고, 정보를 조사하고, 지난 경험을 되짚는 일. 관심 조건을 감시하고, 자신만의 전략을 만드는 일입니다.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아테나는 이 투자 작업들을 하나의 채팅으로 연결합니다. 투자자가 하려는 일을 말하면 필요한 화면과 기능이 이어집니다.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아테나가 투자자의 판단을 어떻게 기억하는지 말씀드리겠습니다. 핵심은 세 단계입니다.</a:t>
            </a:r>
          </a:p>
          <a:p xmlns:a="http://schemas.openxmlformats.org/drawingml/2006/main">
            <a:r>
              <a:t/>
            </a:r>
          </a:p>
          <a:p xmlns:a="http://schemas.openxmlformats.org/drawingml/2006/main">
            <a:r>
              <a:t>대화에서 중요한 내용을 기록하고, 관련된 기록끼리 묶고, 묶음 사이에서 놓치기 쉬운 연결을 살펴봅니다. 각각 그래프 메모리, 그리디 모듈러리티, 프리퍼렌셜 어태치먼트 스코어라는 기술을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그래프 메모리는 대화를 관계가 보이는 기록으로 바꾸는 기술입니다. 예를 들어 “금리 때문에 은행주에 관심이 생겼다”고 말하면, 금리와 은행주를 각각 점으로 놓고 관심을 갖게 된 이유를 선으로 연결하는 식입니다.</a:t>
            </a:r>
          </a:p>
          <a:p xmlns:a="http://schemas.openxmlformats.org/drawingml/2006/main">
            <a:r>
              <a:t/>
            </a:r>
          </a:p>
          <a:p xmlns:a="http://schemas.openxmlformats.org/drawingml/2006/main">
            <a:r>
              <a:t>에이아이가 뽑아낸 내용은 정해진 저장 형식에 맞는지 확인합니다. 직접 말한 내용인지, 에이아이의 추론인지, 추가 확인이 필요한지도 구분합니다. 판단 이유와 원문 출처도 함께 남깁니다.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그리디 모듈러리티는 서로 가까운 기록끼리 묶는 방법입니다. 책상에 흩어진 메모를 관련 주제별로 모으는 것과 비슷합니다.</a:t>
            </a:r>
          </a:p>
          <a:p xmlns:a="http://schemas.openxmlformats.org/drawingml/2006/main">
            <a:r>
              <a:t/>
            </a:r>
          </a:p>
          <a:p xmlns:a="http://schemas.openxmlformats.org/drawingml/2006/main">
            <a:r>
              <a:t>처음에는 기록을 하나씩 놓고, 연결이 더 뚜렷해지는 묶음부터 차례로 합칩니다. 이때 모듈러리티라는 점수를 씁니다. 무작위로 연결했을 때보다 묶음 안의 기록들이 얼마나 더 촘촘하게 연결되어 있는지 보는 점수입니다.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프리퍼렌셜 어태치먼트 스코어는 두 기록이 각각 가진 연결 수를 곱한 점수입니다. 한쪽에 연결이 두 개, 다른 쪽에 세 개라면 점수는 여섯입니다.</a:t>
            </a:r>
          </a:p>
          <a:p xmlns:a="http://schemas.openxmlformats.org/drawingml/2006/main">
            <a:r>
              <a:t/>
            </a:r>
          </a:p>
          <a:p xmlns:a="http://schemas.openxmlformats.org/drawingml/2006/main">
            <a:r>
              <a:t>아테나는 서로 다른 묶음을 잇는 관계 중에서 이 점수가 낮은 관계를 먼저 살펴봅니다. 연결이 많은 중심 기록에 가려져 눈에 덜 띄던 관계를 찾아보려는 것입니다. 점수가 낮다는 이유만으로 중요한 관계라고 단정하는 것은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이렇게 아테나는 투자 판단을 기억하고, 관련 기록을 묶고, 그 사이의 연결을 살펴봅니다. 투자자가 자신의 생각과 경험을 돌아보며 새로운 연결을 발견하도록 돕는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번째는 투자자의 말을 실제 기능으로 연결하는 기술입니다. 이를 에이아이 함수 라우팅이라고 합니다.</a:t>
            </a:r>
          </a:p>
          <a:p xmlns:a="http://schemas.openxmlformats.org/drawingml/2006/main">
            <a:r>
              <a:t/>
            </a:r>
          </a:p>
          <a:p xmlns:a="http://schemas.openxmlformats.org/drawingml/2006/main">
            <a:r>
              <a:t>쉽게 말해, 요청에 맞는 기능을 고르고, 실행에 필요한 정보를 채우고, 빠진 정보나 잘못된 값이 없는지 확인하는 과정입니다.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단계는 어떤 기능이 필요한지 고르는 것입니다. 예를 들어 “삼성전자 차트를 보여 줘”라고 하면 차트 조회 기능으로 연결하는 식입니다.</a:t>
            </a:r>
          </a:p>
          <a:p xmlns:a="http://schemas.openxmlformats.org/drawingml/2006/main">
            <a:r>
              <a:t/>
            </a:r>
          </a:p>
          <a:p xmlns:a="http://schemas.openxmlformats.org/drawingml/2006/main">
            <a:r>
              <a:t>명확한 요청은 정해진 규칙으로 처리합니다. 해석이 필요한 요청은 허용된 기능을 최대 세 개로 좁히고, 에이아이가 그 안에서 기능과 입력값을 제안합니다. 화면의 컨스트레인드 프로포절은 이렇게 정해진 후보 안에서 제안한다는 뜻입니다.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다음은 기능 실행에 필요한 정보를 채우는 단계입니다. 차트를 조회한다면 어떤 종목인지, 어느 기간을 볼 것인지가 필요합니다. 이런 입력값을 인자라고 합니다.</a:t>
            </a:r>
          </a:p>
          <a:p xmlns:a="http://schemas.openxmlformats.org/drawingml/2006/main">
            <a:r>
              <a:t/>
            </a:r>
          </a:p>
          <a:p xmlns:a="http://schemas.openxmlformats.org/drawingml/2006/main">
            <a:r>
              <a:t>에이아이는 선택한 기능과 입력값을 제이슨이라는 정해진 데이터 형식으로 제안합니다. 필요한 값이 부족하면 실행 전에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마지막은 실행 전 점검입니다. 이것을 스키마 검증이라고 합니다.</a:t>
            </a:r>
          </a:p>
          <a:p xmlns:a="http://schemas.openxmlformats.org/drawingml/2006/main">
            <a:r>
              <a:t/>
            </a:r>
          </a:p>
          <a:p xmlns:a="http://schemas.openxmlformats.org/drawingml/2006/main">
            <a:r>
              <a:t>허용된 기능인지, 필요한 입력값이 다 있는지, 숫자를 넣을 곳에 글자가 들어가지는 않았는지, 값이 정해진 조건에 맞는지 확인합니다. 검증을 통과한 호출 하나를 실행하고, 조회 결과를 카드와 차트로 보여 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앞의 그래프는 왜 그런 판단을 했는지 기억합니다. 함수 라우팅은 지금 하려는 일을 실제 기능으로 연결합니다.</a:t>
            </a:r>
          </a:p>
          <a:p xmlns:a="http://schemas.openxmlformats.org/drawingml/2006/main">
            <a:r>
              <a:t/>
            </a:r>
          </a:p>
          <a:p xmlns:a="http://schemas.openxmlformats.org/drawingml/2006/main">
            <a:r>
              <a:t>아테나는 이 두 기술을 연결해 투자자의 경험이 다음 작업으로 이어지도록 돕고자 합니다. 이어서 사업 확장과 수익화 가능성을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어사이드는 로그인된 웹사이트를 에이아이가 직접 조작하는 브라우저입니다. 정보 탐색과 조사, 반복 업무를 수행합니다.</a:t>
            </a:r>
          </a:p>
          <a:p xmlns:a="http://schemas.openxmlformats.org/drawingml/2006/main">
            <a:r>
              <a:t/>
            </a:r>
          </a:p>
          <a:p xmlns:a="http://schemas.openxmlformats.org/drawingml/2006/main">
            <a:r>
              <a:t>기본 작업은 무료로 시작하고, 유료인 프로에서는 심층 조사와 반복 작업 자동화, 원격 제어, 클라우드로 작업을 넘기는 기능까지 이용 범위를 넓힙니다.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아테나도 기본 기능은 무료로 제공하겠습니다. 유료 구독에는 팔라스 이용, 알람 개수 확대, 그래프 무제한 생성을 묶겠습니다. 고급 기능과 사용량의 차이로 아테나 자체의 구독 매출을 만들겠습니다.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자체 모델의 참고 사례로는 제브와 블룸버그 지피티가 있습니다.</a:t>
            </a:r>
          </a:p>
          <a:p xmlns:a="http://schemas.openxmlformats.org/drawingml/2006/main">
            <a:r>
              <a:t/>
            </a:r>
          </a:p>
          <a:p xmlns:a="http://schemas.openxmlformats.org/drawingml/2006/main">
            <a:r>
              <a:t>타입세이프 에이아이의 제브는 문맥을 읽고 후보를 고르거나 참과 거짓을 판단한 뒤, 결과와 확률을 반환하는 모델입니다. 블룸버그 지피티는 금융 자료와 일반 자료를 함께 학습한 금융 특화 언어 모델입니다. 모델 내부에서 학습으로 조정하는 값인 파라미터가 오백억 개 규모입니다.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아테나는 먼저 제브처럼 기능과 입력값을 고르는 자체 라우팅 모델을 개발하겠습니다.</a:t>
            </a:r>
          </a:p>
          <a:p xmlns:a="http://schemas.openxmlformats.org/drawingml/2006/main">
            <a:r>
              <a:t/>
            </a:r>
          </a:p>
          <a:p xmlns:a="http://schemas.openxmlformats.org/drawingml/2006/main">
            <a:r>
              <a:t>이후 학습이 허용된 금융 자료와 투자 작업 사례가 쌓이면, 기존 기반 모델을 금융 업무에 맞게 추가 학습시키겠습니다. 이를 파인튜닝이라고 합니다. 이 방식으로 처리할 수 있는 금융 업무를 넓히겠습니다.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이를 뒷받침할 그룹 인프라도 있습니다. 다우기술은 이천이십칠년 이분기에 신규 데이터센터를 열 계획입니다.</a:t>
            </a:r>
          </a:p>
          <a:p xmlns:a="http://schemas.openxmlformats.org/drawingml/2006/main">
            <a:r>
              <a:t/>
            </a:r>
          </a:p>
          <a:p xmlns:a="http://schemas.openxmlformats.org/drawingml/2006/main">
            <a:r>
              <a:t>다우데이타는 리스케일의 국내 공급 파트너로 에이아이와 고성능 컴퓨팅 사업을 확대하고 있습니다. 리스케일은 에이아이 계산에 쓰는 지피유를 클라우드로 제공합니다.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그룹 인프라와 연계해 라우팅 모델과 금융 특화 모델을 에이피아이로 제공하는 사업을 추진하겠습니다. 다른 서비스에서도 이 모델을 연결해 쓸 수 있게 하겠다는 뜻입니다.</a:t>
            </a:r>
          </a:p>
          <a:p xmlns:a="http://schemas.openxmlformats.org/drawingml/2006/main">
            <a:r>
              <a:t/>
            </a:r>
          </a:p>
          <a:p xmlns:a="http://schemas.openxmlformats.org/drawingml/2006/main">
            <a:r>
              <a:t>이를 통해 아테나는 모델 사용료를 얻고, 키움증권은 추가 거래에서 발생하는 수수료를 얻는 구조로 확장하겠습니다.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아테나는 일반 투자자가 개발 부담 없이 자신의 판단에 집중하도록 돕는 대화형 차세대 에이치티에스를 지향합니다.</a:t>
            </a:r>
          </a:p>
          <a:p xmlns:a="http://schemas.openxmlformats.org/drawingml/2006/main">
            <a:r>
              <a:t/>
            </a:r>
          </a:p>
          <a:p xmlns:a="http://schemas.openxmlformats.org/drawingml/2006/main">
            <a:r>
              <a:t>투자자의 말이 조사와 기억, 감시와 검증으로 이어지는 공간을 만들겠습니다. 그리고 그 과정의 가치를 금융 에이아이 사업으로 확장하겠습니다.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ead94f27434a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656231e4a548cb" /><Relationship Type="http://schemas.openxmlformats.org/officeDocument/2006/relationships/slideLayout" Target="/ppt/slideLayouts/slideLayout1.xml" Id="R987d8294c2c444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7d8294c2c444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41e6c386ea47af" /><Relationship Type="http://schemas.openxmlformats.org/officeDocument/2006/relationships/image" Target="/ppt/media/image.png" Id="R3d50c1ead7464ab5" /><Relationship Type="http://schemas.openxmlformats.org/officeDocument/2006/relationships/notesSlide" Target="/ppt/notesSlides/notesSlide1.xml" Id="R4bf8b653362145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0099eaa4f44510" /><Relationship Type="http://schemas.openxmlformats.org/officeDocument/2006/relationships/image" Target="/ppt/media/image2.png" Id="R2ce17228fd1a466e" /><Relationship Type="http://schemas.openxmlformats.org/officeDocument/2006/relationships/notesSlide" Target="/ppt/notesSlides/notesSlide2.xml" Id="R89cf2761cb3048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29f00fa389466d" /><Relationship Type="http://schemas.openxmlformats.org/officeDocument/2006/relationships/image" Target="/ppt/media/image3.png" Id="Rcc492c53987f4400" /><Relationship Type="http://schemas.openxmlformats.org/officeDocument/2006/relationships/notesSlide" Target="/ppt/notesSlides/notesSlide3.xml" Id="R850e07f96e244e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673e7816a342fe" /><Relationship Type="http://schemas.openxmlformats.org/officeDocument/2006/relationships/image" Target="/ppt/media/image4.png" Id="R6e0131a596214c33" /><Relationship Type="http://schemas.openxmlformats.org/officeDocument/2006/relationships/notesSlide" Target="/ppt/notesSlides/notesSlide4.xml" Id="R0cfc78840a0b40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8b3cae20894342" /><Relationship Type="http://schemas.openxmlformats.org/officeDocument/2006/relationships/image" Target="/ppt/media/image5.png" Id="R1294e75bb7924ed1" /><Relationship Type="http://schemas.openxmlformats.org/officeDocument/2006/relationships/notesSlide" Target="/ppt/notesSlides/notesSlide5.xml" Id="Rb13e55c3d0d647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1d53425f244c2a" /><Relationship Type="http://schemas.openxmlformats.org/officeDocument/2006/relationships/image" Target="/ppt/media/image6.png" Id="R61f2124ca0a04cfc" /><Relationship Type="http://schemas.openxmlformats.org/officeDocument/2006/relationships/notesSlide" Target="/ppt/notesSlides/notesSlide6.xml" Id="R78339fe64f2c4d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63f6654f6a450b" /><Relationship Type="http://schemas.openxmlformats.org/officeDocument/2006/relationships/image" Target="/ppt/media/image7.png" Id="Rba24186fdcbe40d9" /><Relationship Type="http://schemas.openxmlformats.org/officeDocument/2006/relationships/notesSlide" Target="/ppt/notesSlides/notesSlide7.xml" Id="R84c4ee9df90340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c144bfc4374967" /><Relationship Type="http://schemas.openxmlformats.org/officeDocument/2006/relationships/image" Target="/ppt/media/image8.png" Id="Re5e5c63dddea4806" /><Relationship Type="http://schemas.openxmlformats.org/officeDocument/2006/relationships/notesSlide" Target="/ppt/notesSlides/notesSlide8.xml" Id="Rc601141ae3a44c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842286ac04450e" /><Relationship Type="http://schemas.openxmlformats.org/officeDocument/2006/relationships/image" Target="/ppt/media/image9.png" Id="R2bd98f2a8b8a4524" /><Relationship Type="http://schemas.openxmlformats.org/officeDocument/2006/relationships/notesSlide" Target="/ppt/notesSlides/notesSlide9.xml" Id="R1f7c96ff190c46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476c0d2f1c4af2" /><Relationship Type="http://schemas.openxmlformats.org/officeDocument/2006/relationships/image" Target="/ppt/media/image10.png" Id="Rbcc941d467834c71" /><Relationship Type="http://schemas.openxmlformats.org/officeDocument/2006/relationships/notesSlide" Target="/ppt/notesSlides/notesSlide10.xml" Id="Rc5d61310169942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182a109934d43bb" /><Relationship Type="http://schemas.openxmlformats.org/officeDocument/2006/relationships/image" Target="/ppt/media/image11.png" Id="Ra9f03e76de8f48cc" /><Relationship Type="http://schemas.openxmlformats.org/officeDocument/2006/relationships/notesSlide" Target="/ppt/notesSlides/notesSlide11.xml" Id="Re21e11b274bd42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43a9231308a4389" /><Relationship Type="http://schemas.openxmlformats.org/officeDocument/2006/relationships/image" Target="/ppt/media/image12.png" Id="Rd45a55be176e44ab" /><Relationship Type="http://schemas.openxmlformats.org/officeDocument/2006/relationships/notesSlide" Target="/ppt/notesSlides/notesSlide12.xml" Id="Re965d7fbeb3d49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fe815037034dc6" /><Relationship Type="http://schemas.openxmlformats.org/officeDocument/2006/relationships/image" Target="/ppt/media/image13.png" Id="Rd7d55272b33a446a" /><Relationship Type="http://schemas.openxmlformats.org/officeDocument/2006/relationships/notesSlide" Target="/ppt/notesSlides/notesSlide13.xml" Id="R0c6331ba062942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c06452fba840b1" /><Relationship Type="http://schemas.openxmlformats.org/officeDocument/2006/relationships/image" Target="/ppt/media/image14.png" Id="R58dfce922f2c485c" /><Relationship Type="http://schemas.openxmlformats.org/officeDocument/2006/relationships/notesSlide" Target="/ppt/notesSlides/notesSlide14.xml" Id="Rb667520130eb43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1d3eed54fb4b91" /><Relationship Type="http://schemas.openxmlformats.org/officeDocument/2006/relationships/image" Target="/ppt/media/image15.png" Id="Red1338de7e7449ca" /><Relationship Type="http://schemas.openxmlformats.org/officeDocument/2006/relationships/notesSlide" Target="/ppt/notesSlides/notesSlide15.xml" Id="Rb3db4ddc39a445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f8b3b61ad334a62" /><Relationship Type="http://schemas.openxmlformats.org/officeDocument/2006/relationships/image" Target="/ppt/media/image16.png" Id="Rb3944a7043704d8d" /><Relationship Type="http://schemas.openxmlformats.org/officeDocument/2006/relationships/notesSlide" Target="/ppt/notesSlides/notesSlide16.xml" Id="Rcb6a2974e94046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2708bafbc44887" /><Relationship Type="http://schemas.openxmlformats.org/officeDocument/2006/relationships/image" Target="/ppt/media/image17.png" Id="R73980a6979394492" /><Relationship Type="http://schemas.openxmlformats.org/officeDocument/2006/relationships/notesSlide" Target="/ppt/notesSlides/notesSlide17.xml" Id="R81495f3bdf384c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ac859e5b576487f" /><Relationship Type="http://schemas.openxmlformats.org/officeDocument/2006/relationships/image" Target="/ppt/media/image18.png" Id="R459515ee5a5649b4" /><Relationship Type="http://schemas.openxmlformats.org/officeDocument/2006/relationships/notesSlide" Target="/ppt/notesSlides/notesSlide18.xml" Id="Rb527b0245c5c43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7df6edf753d47d9" /><Relationship Type="http://schemas.openxmlformats.org/officeDocument/2006/relationships/image" Target="/ppt/media/image19.png" Id="R9a629895d9b64fb7" /><Relationship Type="http://schemas.openxmlformats.org/officeDocument/2006/relationships/notesSlide" Target="/ppt/notesSlides/notesSlide19.xml" Id="Rc49df4ba955e42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aca437ac04142bc" /><Relationship Type="http://schemas.openxmlformats.org/officeDocument/2006/relationships/image" Target="/ppt/media/image20.png" Id="Rdf12c05b52cd4764" /><Relationship Type="http://schemas.openxmlformats.org/officeDocument/2006/relationships/notesSlide" Target="/ppt/notesSlides/notesSlide20.xml" Id="Rb649aee1967940f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e03174dd04246fe" /><Relationship Type="http://schemas.openxmlformats.org/officeDocument/2006/relationships/image" Target="/ppt/media/image21.png" Id="R55c71af6615b421c" /><Relationship Type="http://schemas.openxmlformats.org/officeDocument/2006/relationships/notesSlide" Target="/ppt/notesSlides/notesSlide21.xml" Id="Rb904c387dcd0440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89cd2d462744754" /><Relationship Type="http://schemas.openxmlformats.org/officeDocument/2006/relationships/image" Target="/ppt/media/image22.png" Id="R932cb3a1460a4d46" /><Relationship Type="http://schemas.openxmlformats.org/officeDocument/2006/relationships/notesSlide" Target="/ppt/notesSlides/notesSlide22.xml" Id="R472cea436839479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59adc4b5f1342e8" /><Relationship Type="http://schemas.openxmlformats.org/officeDocument/2006/relationships/image" Target="/ppt/media/image23.png" Id="R7ba538912d084281" /><Relationship Type="http://schemas.openxmlformats.org/officeDocument/2006/relationships/notesSlide" Target="/ppt/notesSlides/notesSlide23.xml" Id="Rcf51653b01e645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44218e9ba9c440f" /><Relationship Type="http://schemas.openxmlformats.org/officeDocument/2006/relationships/image" Target="/ppt/media/image24.png" Id="R9de4f890ac924e85" /><Relationship Type="http://schemas.openxmlformats.org/officeDocument/2006/relationships/notesSlide" Target="/ppt/notesSlides/notesSlide24.xml" Id="Rbd36f6b6deef493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fdfcdb177ec42bd" /><Relationship Type="http://schemas.openxmlformats.org/officeDocument/2006/relationships/image" Target="/ppt/media/image25.png" Id="R9d9ae8f2ffc24951" /><Relationship Type="http://schemas.openxmlformats.org/officeDocument/2006/relationships/notesSlide" Target="/ppt/notesSlides/notesSlide25.xml" Id="R1f4e4734716442d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bce52a9c6194a09" /><Relationship Type="http://schemas.openxmlformats.org/officeDocument/2006/relationships/image" Target="/ppt/media/image26.png" Id="Rc3aa441728ae48e2" /><Relationship Type="http://schemas.openxmlformats.org/officeDocument/2006/relationships/notesSlide" Target="/ppt/notesSlides/notesSlide26.xml" Id="Rbba38d20f0f64ba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2b4e56c8e2443a4" /><Relationship Type="http://schemas.openxmlformats.org/officeDocument/2006/relationships/image" Target="/ppt/media/image27.png" Id="R624ffc0444cf4d40" /><Relationship Type="http://schemas.openxmlformats.org/officeDocument/2006/relationships/notesSlide" Target="/ppt/notesSlides/notesSlide27.xml" Id="R18e2f502ccae49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50191795ec54b97" /><Relationship Type="http://schemas.openxmlformats.org/officeDocument/2006/relationships/image" Target="/ppt/media/image28.png" Id="R2eada2644fe24fa0" /><Relationship Type="http://schemas.openxmlformats.org/officeDocument/2006/relationships/notesSlide" Target="/ppt/notesSlides/notesSlide28.xml" Id="Rd54fbc982f8b4cb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d9840dccec4469f" /><Relationship Type="http://schemas.openxmlformats.org/officeDocument/2006/relationships/image" Target="/ppt/media/image29.png" Id="Re72bd73bb8ca46b4" /><Relationship Type="http://schemas.openxmlformats.org/officeDocument/2006/relationships/notesSlide" Target="/ppt/notesSlides/notesSlide29.xml" Id="R9b0d823170934ab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fe6b7aab2c84ee7" /><Relationship Type="http://schemas.openxmlformats.org/officeDocument/2006/relationships/image" Target="/ppt/media/image30.png" Id="R5276e48dcd664b12" /><Relationship Type="http://schemas.openxmlformats.org/officeDocument/2006/relationships/notesSlide" Target="/ppt/notesSlides/notesSlide30.xml" Id="Ra0ba5da38e614f8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8e5d5d9916a4f1f" /><Relationship Type="http://schemas.openxmlformats.org/officeDocument/2006/relationships/image" Target="/ppt/media/image31.png" Id="R0268afd8a4ff4dfa" /><Relationship Type="http://schemas.openxmlformats.org/officeDocument/2006/relationships/notesSlide" Target="/ppt/notesSlides/notesSlide31.xml" Id="Rb944724654c8450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82b34458dd74841" /><Relationship Type="http://schemas.openxmlformats.org/officeDocument/2006/relationships/image" Target="/ppt/media/image32.png" Id="Rdbf14bf21057426f" /><Relationship Type="http://schemas.openxmlformats.org/officeDocument/2006/relationships/notesSlide" Target="/ppt/notesSlides/notesSlide32.xml" Id="Rf5c9520293ad430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289940bdf264810" /><Relationship Type="http://schemas.openxmlformats.org/officeDocument/2006/relationships/image" Target="/ppt/media/image33.png" Id="Rd4be44e79fd048ee" /><Relationship Type="http://schemas.openxmlformats.org/officeDocument/2006/relationships/notesSlide" Target="/ppt/notesSlides/notesSlide33.xml" Id="Re7da3abb494d4b8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e29b307ce894fac" /><Relationship Type="http://schemas.openxmlformats.org/officeDocument/2006/relationships/image" Target="/ppt/media/image34.png" Id="Raf77df8279eb4168" /><Relationship Type="http://schemas.openxmlformats.org/officeDocument/2006/relationships/notesSlide" Target="/ppt/notesSlides/notesSlide34.xml" Id="R99a1cb515d6b4ea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3d50c1ead7464ab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1-text-001">
            <a:extLst xmlns:a="http://schemas.openxmlformats.org/drawingml/2006/main">
              <a:ext uri="{FF2B5EF4-FFF2-40B4-BE49-F238E27FC236}">
                <a16:creationId xmlns:a16="http://schemas.microsoft.com/office/drawing/2014/main" id="{C2E9B22D-0AF5-4548-8755-95D4D1F9A685}"/>
              </a:ext>
            </a:extLst>
          </p:cNvPr>
          <p:cNvSpPr>
            <a:spLocks xmlns:a="http://schemas.openxmlformats.org/drawingml/2006/main" noGrp="1"/>
          </p:cNvSpPr>
          <p:nvPr/>
        </p:nvSpPr>
        <p:spPr>
          <a:xfrm xmlns:a="http://schemas.openxmlformats.org/drawingml/2006/main">
            <a:off x="3248025" y="6928842"/>
            <a:ext cx="117919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750" b="0" i="0">
                <a:solidFill>
                  <a:srgbClr val="F1F3F4"/>
                </a:solidFill>
                <a:latin typeface="Noto Sans KR"/>
                <a:ea typeface="Noto Sans KR"/>
                <a:cs typeface="Noto Sans KR"/>
              </a:defRPr>
            </a:pPr>
            <a:r>
              <a:rPr sz="3750" b="0" i="0">
                <a:solidFill>
                  <a:srgbClr val="F1F3F4"/>
                </a:solidFill>
                <a:latin typeface="Noto Sans KR"/>
                <a:ea typeface="Noto Sans KR"/>
                <a:cs typeface="Noto Sans KR"/>
              </a:rPr>
              <a:t>여러분은 최근 가장 주목받는 소프트웨어가 무엇이라고 생각하십니까?</a:t>
            </a:r>
          </a:p>
        </p:txBody>
      </p:sp>
    </p:spTree>
    <p:extLst>
      <p:ext uri="{BB962C8B-B14F-4D97-AF65-F5344CB8AC3E}">
        <p14:creationId xmlns:p14="http://schemas.microsoft.com/office/powerpoint/2010/main" val="3682528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2ce17228fd1a466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2-text-001">
            <a:extLst xmlns:a="http://schemas.openxmlformats.org/drawingml/2006/main">
              <a:ext uri="{FF2B5EF4-FFF2-40B4-BE49-F238E27FC236}">
                <a16:creationId xmlns:a16="http://schemas.microsoft.com/office/drawing/2014/main" id="{043C232F-D6EF-4687-AE11-6EF1BE148EBC}"/>
              </a:ext>
            </a:extLst>
          </p:cNvPr>
          <p:cNvSpPr>
            <a:spLocks xmlns:a="http://schemas.openxmlformats.org/drawingml/2006/main" noGrp="1"/>
          </p:cNvSpPr>
          <p:nvPr/>
        </p:nvSpPr>
        <p:spPr>
          <a:xfrm xmlns:a="http://schemas.openxmlformats.org/drawingml/2006/main">
            <a:off x="6784628" y="4419124"/>
            <a:ext cx="7998708" cy="1535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0" b="0" i="0">
                <a:solidFill>
                  <a:srgbClr val="151820"/>
                </a:solidFill>
                <a:latin typeface="Noto Sans KR"/>
                <a:ea typeface="Noto Sans KR"/>
                <a:cs typeface="Noto Sans KR"/>
              </a:defRPr>
            </a:pPr>
            <a:r>
              <a:rPr sz="9750" b="0" i="0">
                <a:solidFill>
                  <a:srgbClr val="151820"/>
                </a:solidFill>
                <a:latin typeface="Noto Sans KR"/>
                <a:ea typeface="Noto Sans KR"/>
                <a:cs typeface="Noto Sans KR"/>
              </a:rPr>
              <a:t>Claude Code</a:t>
            </a:r>
          </a:p>
        </p:txBody>
      </p:sp>
    </p:spTree>
    <p:extLst>
      <p:ext uri="{BB962C8B-B14F-4D97-AF65-F5344CB8AC3E}">
        <p14:creationId xmlns:p14="http://schemas.microsoft.com/office/powerpoint/2010/main" val="1366289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c492c53987f440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3-text-001">
            <a:extLst xmlns:a="http://schemas.openxmlformats.org/drawingml/2006/main">
              <a:ext uri="{FF2B5EF4-FFF2-40B4-BE49-F238E27FC236}">
                <a16:creationId xmlns:a16="http://schemas.microsoft.com/office/drawing/2014/main" id="{49D19C70-AFB8-40B3-A41C-AD665E9801D0}"/>
              </a:ext>
            </a:extLst>
          </p:cNvPr>
          <p:cNvSpPr>
            <a:spLocks xmlns:a="http://schemas.openxmlformats.org/drawingml/2006/main" noGrp="1"/>
          </p:cNvSpPr>
          <p:nvPr/>
        </p:nvSpPr>
        <p:spPr>
          <a:xfrm xmlns:a="http://schemas.openxmlformats.org/drawingml/2006/main">
            <a:off x="2016026" y="2501801"/>
            <a:ext cx="1216908"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i="0">
                <a:solidFill>
                  <a:srgbClr val="E4E9F2"/>
                </a:solidFill>
                <a:latin typeface="Noto Sans KR"/>
                <a:ea typeface="Noto Sans KR"/>
                <a:cs typeface="Noto Sans KR"/>
              </a:defRPr>
            </a:pPr>
            <a:r>
              <a:rPr sz="1725" b="0" i="0">
                <a:solidFill>
                  <a:srgbClr val="E4E9F2"/>
                </a:solidFill>
                <a:latin typeface="Noto Sans KR"/>
                <a:ea typeface="Noto Sans KR"/>
                <a:cs typeface="Noto Sans KR"/>
              </a:rPr>
              <a:t>Assembly</a:t>
            </a:r>
          </a:p>
        </p:txBody>
      </p:sp>
      <p:sp>
        <p:nvSpPr>
          <p:cNvPr id="3" name="paper-03-text-002">
            <a:extLst xmlns:a="http://schemas.openxmlformats.org/drawingml/2006/main">
              <a:ext uri="{FF2B5EF4-FFF2-40B4-BE49-F238E27FC236}">
                <a16:creationId xmlns:a16="http://schemas.microsoft.com/office/drawing/2014/main" id="{0D1DA88C-1FE4-4A11-9546-1BE7EC29AA4C}"/>
              </a:ext>
            </a:extLst>
          </p:cNvPr>
          <p:cNvSpPr>
            <a:spLocks xmlns:a="http://schemas.openxmlformats.org/drawingml/2006/main" noGrp="1"/>
          </p:cNvSpPr>
          <p:nvPr/>
        </p:nvSpPr>
        <p:spPr>
          <a:xfrm xmlns:a="http://schemas.openxmlformats.org/drawingml/2006/main">
            <a:off x="8141345" y="2571601"/>
            <a:ext cx="74655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95A4BA"/>
                </a:solidFill>
                <a:latin typeface="Consolas"/>
                <a:ea typeface="Consolas"/>
                <a:cs typeface="Consolas"/>
              </a:defRPr>
            </a:pPr>
            <a:r>
              <a:rPr sz="1200" b="0" i="0">
                <a:solidFill>
                  <a:srgbClr val="95A4BA"/>
                </a:solidFill>
                <a:latin typeface="Consolas"/>
                <a:ea typeface="Consolas"/>
                <a:cs typeface="Consolas"/>
              </a:rPr>
              <a:t>sum.asm</a:t>
            </a:r>
          </a:p>
        </p:txBody>
      </p:sp>
      <p:sp>
        <p:nvSpPr>
          <p:cNvPr id="4" name="paper-03-text-003">
            <a:extLst xmlns:a="http://schemas.openxmlformats.org/drawingml/2006/main">
              <a:ext uri="{FF2B5EF4-FFF2-40B4-BE49-F238E27FC236}">
                <a16:creationId xmlns:a16="http://schemas.microsoft.com/office/drawing/2014/main" id="{A84DDB6D-CDBF-473F-8C0E-AA880E5F46A7}"/>
              </a:ext>
            </a:extLst>
          </p:cNvPr>
          <p:cNvSpPr>
            <a:spLocks xmlns:a="http://schemas.openxmlformats.org/drawingml/2006/main" noGrp="1"/>
          </p:cNvSpPr>
          <p:nvPr/>
        </p:nvSpPr>
        <p:spPr>
          <a:xfrm xmlns:a="http://schemas.openxmlformats.org/drawingml/2006/main">
            <a:off x="1206401" y="3273326"/>
            <a:ext cx="3286065" cy="4700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NASM x86-64 · Linux · sum 1..10</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global _start</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section .bss</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buffer resb 24</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section .text</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_start:</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xor rax, rax</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mov rcx, 1</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.sum:</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add rax, rcx</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inc rcx</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cmp rcx, 10</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jle .sum</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lea rsi, [rel buffer + 23]</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mov byte [rsi], 10</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mov rbx, 10</a:t>
            </a:r>
          </a:p>
        </p:txBody>
      </p:sp>
      <p:sp>
        <p:nvSpPr>
          <p:cNvPr id="5" name="paper-03-text-004">
            <a:extLst xmlns:a="http://schemas.openxmlformats.org/drawingml/2006/main">
              <a:ext uri="{FF2B5EF4-FFF2-40B4-BE49-F238E27FC236}">
                <a16:creationId xmlns:a16="http://schemas.microsoft.com/office/drawing/2014/main" id="{D15D19AB-C0D5-4A19-8601-C3445D51CA01}"/>
              </a:ext>
            </a:extLst>
          </p:cNvPr>
          <p:cNvSpPr>
            <a:spLocks xmlns:a="http://schemas.openxmlformats.org/drawingml/2006/main" noGrp="1"/>
          </p:cNvSpPr>
          <p:nvPr/>
        </p:nvSpPr>
        <p:spPr>
          <a:xfrm xmlns:a="http://schemas.openxmlformats.org/drawingml/2006/main">
            <a:off x="5057626" y="3273326"/>
            <a:ext cx="3003292" cy="4700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.digit:</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xor rdx, rdx</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div rbx</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add dl, '0'</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dec rsi</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mov [rsi], dl</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test rax, rax</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jnz .digit</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lea rdx, [rel buffer + 24]</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sub rdx, rsi</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mov rax, 1</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mov rdi, 1</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syscall</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mov rax, 60</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xor rdi, rdi</a:t>
            </a:r>
          </a:p>
          <a:p xmlns:a="http://schemas.openxmlformats.org/drawingml/2006/main">
            <a:pPr algn="l">
              <a:defRPr sz="1350" b="0" i="0">
                <a:solidFill>
                  <a:srgbClr val="C6D8EC"/>
                </a:solidFill>
                <a:latin typeface="Consolas"/>
                <a:ea typeface="Consolas"/>
                <a:cs typeface="Consolas"/>
              </a:defRPr>
            </a:pPr>
            <a:r>
              <a:rPr sz="1350" b="0" i="0">
                <a:solidFill>
                  <a:srgbClr val="C6D8EC"/>
                </a:solidFill>
                <a:latin typeface="Consolas"/>
                <a:ea typeface="Consolas"/>
                <a:cs typeface="Consolas"/>
              </a:rPr>
              <a:t>    syscall</a:t>
            </a:r>
          </a:p>
        </p:txBody>
      </p:sp>
      <p:sp>
        <p:nvSpPr>
          <p:cNvPr id="6" name="paper-03-text-005">
            <a:extLst xmlns:a="http://schemas.openxmlformats.org/drawingml/2006/main">
              <a:ext uri="{FF2B5EF4-FFF2-40B4-BE49-F238E27FC236}">
                <a16:creationId xmlns:a16="http://schemas.microsoft.com/office/drawing/2014/main" id="{6368818E-52FA-4165-9D24-ACECEE78AF43}"/>
              </a:ext>
            </a:extLst>
          </p:cNvPr>
          <p:cNvSpPr>
            <a:spLocks xmlns:a="http://schemas.openxmlformats.org/drawingml/2006/main" noGrp="1"/>
          </p:cNvSpPr>
          <p:nvPr/>
        </p:nvSpPr>
        <p:spPr>
          <a:xfrm xmlns:a="http://schemas.openxmlformats.org/drawingml/2006/main">
            <a:off x="1225451" y="8997851"/>
            <a:ext cx="623739"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7589A5"/>
                </a:solidFill>
                <a:latin typeface="Consolas"/>
                <a:ea typeface="Consolas"/>
                <a:cs typeface="Consolas"/>
              </a:defRPr>
            </a:pPr>
            <a:r>
              <a:rPr sz="1125" b="0" i="0">
                <a:solidFill>
                  <a:srgbClr val="7589A5"/>
                </a:solidFill>
                <a:latin typeface="Consolas"/>
                <a:ea typeface="Consolas"/>
                <a:cs typeface="Consolas"/>
              </a:rPr>
              <a:t>OUTPUT</a:t>
            </a:r>
          </a:p>
        </p:txBody>
      </p:sp>
      <p:sp>
        <p:nvSpPr>
          <p:cNvPr id="7" name="paper-03-text-006">
            <a:extLst xmlns:a="http://schemas.openxmlformats.org/drawingml/2006/main">
              <a:ext uri="{FF2B5EF4-FFF2-40B4-BE49-F238E27FC236}">
                <a16:creationId xmlns:a16="http://schemas.microsoft.com/office/drawing/2014/main" id="{C301D687-D357-40D0-B2E6-6C064A0FF000}"/>
              </a:ext>
            </a:extLst>
          </p:cNvPr>
          <p:cNvSpPr>
            <a:spLocks xmlns:a="http://schemas.openxmlformats.org/drawingml/2006/main" noGrp="1"/>
          </p:cNvSpPr>
          <p:nvPr/>
        </p:nvSpPr>
        <p:spPr>
          <a:xfrm xmlns:a="http://schemas.openxmlformats.org/drawingml/2006/main">
            <a:off x="1868239" y="8966150"/>
            <a:ext cx="41793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i="0">
                <a:solidFill>
                  <a:srgbClr val="9BDFB7"/>
                </a:solidFill>
                <a:latin typeface="Consolas"/>
                <a:ea typeface="Consolas"/>
                <a:cs typeface="Consolas"/>
              </a:defRPr>
            </a:pPr>
            <a:r>
              <a:rPr sz="1575" b="1" i="0">
                <a:solidFill>
                  <a:srgbClr val="9BDFB7"/>
                </a:solidFill>
                <a:latin typeface="Consolas"/>
                <a:ea typeface="Consolas"/>
                <a:cs typeface="Consolas"/>
              </a:rPr>
              <a:t>55</a:t>
            </a:r>
          </a:p>
        </p:txBody>
      </p:sp>
      <p:sp>
        <p:nvSpPr>
          <p:cNvPr id="8" name="paper-03-text-007">
            <a:extLst xmlns:a="http://schemas.openxmlformats.org/drawingml/2006/main">
              <a:ext uri="{FF2B5EF4-FFF2-40B4-BE49-F238E27FC236}">
                <a16:creationId xmlns:a16="http://schemas.microsoft.com/office/drawing/2014/main" id="{90B495DB-B11B-4258-9CDE-A5693C6A84EB}"/>
              </a:ext>
            </a:extLst>
          </p:cNvPr>
          <p:cNvSpPr>
            <a:spLocks xmlns:a="http://schemas.openxmlformats.org/drawingml/2006/main" noGrp="1"/>
          </p:cNvSpPr>
          <p:nvPr/>
        </p:nvSpPr>
        <p:spPr>
          <a:xfrm xmlns:a="http://schemas.openxmlformats.org/drawingml/2006/main">
            <a:off x="10378976" y="2501801"/>
            <a:ext cx="35489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i="0">
                <a:solidFill>
                  <a:srgbClr val="E4E9F2"/>
                </a:solidFill>
                <a:latin typeface="Noto Sans KR"/>
                <a:ea typeface="Noto Sans KR"/>
                <a:cs typeface="Noto Sans KR"/>
              </a:defRPr>
            </a:pPr>
            <a:r>
              <a:rPr sz="1725" b="0" i="0">
                <a:solidFill>
                  <a:srgbClr val="E4E9F2"/>
                </a:solidFill>
                <a:latin typeface="Noto Sans KR"/>
                <a:ea typeface="Noto Sans KR"/>
                <a:cs typeface="Noto Sans KR"/>
              </a:rPr>
              <a:t>C</a:t>
            </a:r>
          </a:p>
        </p:txBody>
      </p:sp>
      <p:sp>
        <p:nvSpPr>
          <p:cNvPr id="9" name="paper-03-text-008">
            <a:extLst xmlns:a="http://schemas.openxmlformats.org/drawingml/2006/main">
              <a:ext uri="{FF2B5EF4-FFF2-40B4-BE49-F238E27FC236}">
                <a16:creationId xmlns:a16="http://schemas.microsoft.com/office/drawing/2014/main" id="{BE100F85-DDA4-41C4-901A-E86528C3A3D6}"/>
              </a:ext>
            </a:extLst>
          </p:cNvPr>
          <p:cNvSpPr>
            <a:spLocks xmlns:a="http://schemas.openxmlformats.org/drawingml/2006/main" noGrp="1"/>
          </p:cNvSpPr>
          <p:nvPr/>
        </p:nvSpPr>
        <p:spPr>
          <a:xfrm xmlns:a="http://schemas.openxmlformats.org/drawingml/2006/main">
            <a:off x="16671875" y="2571601"/>
            <a:ext cx="57897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95A4BA"/>
                </a:solidFill>
                <a:latin typeface="Consolas"/>
                <a:ea typeface="Consolas"/>
                <a:cs typeface="Consolas"/>
              </a:defRPr>
            </a:pPr>
            <a:r>
              <a:rPr sz="1200" b="0" i="0">
                <a:solidFill>
                  <a:srgbClr val="95A4BA"/>
                </a:solidFill>
                <a:latin typeface="Consolas"/>
                <a:ea typeface="Consolas"/>
                <a:cs typeface="Consolas"/>
              </a:rPr>
              <a:t>sum.c</a:t>
            </a:r>
          </a:p>
        </p:txBody>
      </p:sp>
      <p:sp>
        <p:nvSpPr>
          <p:cNvPr id="10" name="paper-03-text-009">
            <a:extLst xmlns:a="http://schemas.openxmlformats.org/drawingml/2006/main">
              <a:ext uri="{FF2B5EF4-FFF2-40B4-BE49-F238E27FC236}">
                <a16:creationId xmlns:a16="http://schemas.microsoft.com/office/drawing/2014/main" id="{91D4E0E3-FE5B-4430-9B5C-ECD7C42958F5}"/>
              </a:ext>
            </a:extLst>
          </p:cNvPr>
          <p:cNvSpPr>
            <a:spLocks xmlns:a="http://schemas.openxmlformats.org/drawingml/2006/main" noGrp="1"/>
          </p:cNvSpPr>
          <p:nvPr/>
        </p:nvSpPr>
        <p:spPr>
          <a:xfrm xmlns:a="http://schemas.openxmlformats.org/drawingml/2006/main">
            <a:off x="9683651" y="3349526"/>
            <a:ext cx="4811018" cy="396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#include &lt;stdio.h&gt;</a:t>
            </a:r>
          </a:p>
          <a:p xmlns:a="http://schemas.openxmlformats.org/drawingml/2006/main">
            <a:r>
              <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int main(void) {</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    int sum = 0;</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    for (int n = 1; n &lt;= 10; ++n) {</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        sum += n;</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    }</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    printf("%d\n", sum);</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    return 0;</a:t>
            </a:r>
          </a:p>
          <a:p xmlns:a="http://schemas.openxmlformats.org/drawingml/2006/main">
            <a:pPr algn="l">
              <a:defRPr sz="1875" b="0" i="0">
                <a:solidFill>
                  <a:srgbClr val="D0E3D8"/>
                </a:solidFill>
                <a:latin typeface="Consolas"/>
                <a:ea typeface="Consolas"/>
                <a:cs typeface="Consolas"/>
              </a:defRPr>
            </a:pPr>
            <a:r>
              <a:rPr sz="1875" b="0" i="0">
                <a:solidFill>
                  <a:srgbClr val="D0E3D8"/>
                </a:solidFill>
                <a:latin typeface="Consolas"/>
                <a:ea typeface="Consolas"/>
                <a:cs typeface="Consolas"/>
              </a:rPr>
              <a:t>}</a:t>
            </a:r>
          </a:p>
        </p:txBody>
      </p:sp>
      <p:sp>
        <p:nvSpPr>
          <p:cNvPr id="11" name="paper-03-text-010">
            <a:extLst xmlns:a="http://schemas.openxmlformats.org/drawingml/2006/main">
              <a:ext uri="{FF2B5EF4-FFF2-40B4-BE49-F238E27FC236}">
                <a16:creationId xmlns:a16="http://schemas.microsoft.com/office/drawing/2014/main" id="{5CFA9CBF-4F74-433A-B633-7A4C90E50229}"/>
              </a:ext>
            </a:extLst>
          </p:cNvPr>
          <p:cNvSpPr>
            <a:spLocks xmlns:a="http://schemas.openxmlformats.org/drawingml/2006/main" noGrp="1"/>
          </p:cNvSpPr>
          <p:nvPr/>
        </p:nvSpPr>
        <p:spPr>
          <a:xfrm xmlns:a="http://schemas.openxmlformats.org/drawingml/2006/main">
            <a:off x="9588401" y="8997851"/>
            <a:ext cx="623739"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7589A5"/>
                </a:solidFill>
                <a:latin typeface="Consolas"/>
                <a:ea typeface="Consolas"/>
                <a:cs typeface="Consolas"/>
              </a:defRPr>
            </a:pPr>
            <a:r>
              <a:rPr sz="1125" b="0" i="0">
                <a:solidFill>
                  <a:srgbClr val="7589A5"/>
                </a:solidFill>
                <a:latin typeface="Consolas"/>
                <a:ea typeface="Consolas"/>
                <a:cs typeface="Consolas"/>
              </a:rPr>
              <a:t>OUTPUT</a:t>
            </a:r>
          </a:p>
        </p:txBody>
      </p:sp>
      <p:sp>
        <p:nvSpPr>
          <p:cNvPr id="12" name="paper-03-text-011">
            <a:extLst xmlns:a="http://schemas.openxmlformats.org/drawingml/2006/main">
              <a:ext uri="{FF2B5EF4-FFF2-40B4-BE49-F238E27FC236}">
                <a16:creationId xmlns:a16="http://schemas.microsoft.com/office/drawing/2014/main" id="{83245B31-D1A2-49EF-9E14-C4BB1C9D4C6D}"/>
              </a:ext>
            </a:extLst>
          </p:cNvPr>
          <p:cNvSpPr>
            <a:spLocks xmlns:a="http://schemas.openxmlformats.org/drawingml/2006/main" noGrp="1"/>
          </p:cNvSpPr>
          <p:nvPr/>
        </p:nvSpPr>
        <p:spPr>
          <a:xfrm xmlns:a="http://schemas.openxmlformats.org/drawingml/2006/main">
            <a:off x="10231189" y="8966150"/>
            <a:ext cx="41793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i="0">
                <a:solidFill>
                  <a:srgbClr val="9BDFB7"/>
                </a:solidFill>
                <a:latin typeface="Consolas"/>
                <a:ea typeface="Consolas"/>
                <a:cs typeface="Consolas"/>
              </a:defRPr>
            </a:pPr>
            <a:r>
              <a:rPr sz="1575" b="1" i="0">
                <a:solidFill>
                  <a:srgbClr val="9BDFB7"/>
                </a:solidFill>
                <a:latin typeface="Consolas"/>
                <a:ea typeface="Consolas"/>
                <a:cs typeface="Consolas"/>
              </a:rPr>
              <a:t>55</a:t>
            </a:r>
          </a:p>
        </p:txBody>
      </p:sp>
      <p:sp>
        <p:nvSpPr>
          <p:cNvPr id="13" name="paper-03-text-012">
            <a:extLst xmlns:a="http://schemas.openxmlformats.org/drawingml/2006/main">
              <a:ext uri="{FF2B5EF4-FFF2-40B4-BE49-F238E27FC236}">
                <a16:creationId xmlns:a16="http://schemas.microsoft.com/office/drawing/2014/main" id="{0E5566A8-BD06-45D2-8E56-1DD0B9D85C19}"/>
              </a:ext>
            </a:extLst>
          </p:cNvPr>
          <p:cNvSpPr>
            <a:spLocks xmlns:a="http://schemas.openxmlformats.org/drawingml/2006/main" noGrp="1"/>
          </p:cNvSpPr>
          <p:nvPr/>
        </p:nvSpPr>
        <p:spPr>
          <a:xfrm xmlns:a="http://schemas.openxmlformats.org/drawingml/2006/main">
            <a:off x="942975" y="9782175"/>
            <a:ext cx="165430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8790A0"/>
                </a:solidFill>
                <a:latin typeface="Noto Sans KR"/>
                <a:ea typeface="Noto Sans KR"/>
                <a:cs typeface="Noto Sans KR"/>
              </a:defRPr>
            </a:pPr>
            <a:r>
              <a:rPr sz="1200" b="0" i="0">
                <a:solidFill>
                  <a:srgbClr val="8790A0"/>
                </a:solidFill>
                <a:latin typeface="Noto Sans KR"/>
                <a:ea typeface="Noto Sans KR"/>
                <a:cs typeface="Noto Sans KR"/>
              </a:rPr>
              <a:t>두 코드 모두 1부터 10까지의 합계 55를 출력 · 실제 언어 코드 예시</a:t>
            </a:r>
          </a:p>
        </p:txBody>
      </p:sp>
      <p:sp>
        <p:nvSpPr>
          <p:cNvPr id="14" name="paper-03-text-013">
            <a:extLst xmlns:a="http://schemas.openxmlformats.org/drawingml/2006/main">
              <a:ext uri="{FF2B5EF4-FFF2-40B4-BE49-F238E27FC236}">
                <a16:creationId xmlns:a16="http://schemas.microsoft.com/office/drawing/2014/main" id="{999BFC91-E55A-4051-B47E-FE904D119180}"/>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EDF2FB"/>
                </a:solidFill>
                <a:latin typeface="Daki M Title"/>
                <a:ea typeface="Daki M Title"/>
                <a:cs typeface="Daki M Title"/>
              </a:defRPr>
            </a:pPr>
            <a:r>
              <a:rPr sz="4650" b="0" i="0">
                <a:solidFill>
                  <a:srgbClr val="EDF2FB"/>
                </a:solidFill>
                <a:latin typeface="Daki M Title"/>
                <a:ea typeface="Daki M Title"/>
                <a:cs typeface="Daki M Title"/>
              </a:rPr>
              <a:t>같은 작업을 더 간결하게</a:t>
            </a:r>
          </a:p>
        </p:txBody>
      </p:sp>
      <p:sp>
        <p:nvSpPr>
          <p:cNvPr id="15" name="paper-03-text-014">
            <a:extLst xmlns:a="http://schemas.openxmlformats.org/drawingml/2006/main">
              <a:ext uri="{FF2B5EF4-FFF2-40B4-BE49-F238E27FC236}">
                <a16:creationId xmlns:a16="http://schemas.microsoft.com/office/drawing/2014/main" id="{3A9C0C7B-A271-405E-883C-BDEF3D5C36E1}"/>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A9B4C6"/>
                </a:solidFill>
                <a:latin typeface="Daki L"/>
                <a:ea typeface="Daki L"/>
                <a:cs typeface="Daki L"/>
              </a:defRPr>
            </a:pPr>
            <a:r>
              <a:rPr sz="1875" b="0" i="0">
                <a:solidFill>
                  <a:srgbClr val="A9B4C6"/>
                </a:solidFill>
                <a:latin typeface="Daki L"/>
                <a:ea typeface="Daki L"/>
                <a:cs typeface="Daki L"/>
              </a:rPr>
              <a:t>어셈블리에서 C언어로, 표현의 수준이 높아졌습니다</a:t>
            </a:r>
          </a:p>
        </p:txBody>
      </p:sp>
    </p:spTree>
    <p:extLst>
      <p:ext uri="{BB962C8B-B14F-4D97-AF65-F5344CB8AC3E}">
        <p14:creationId xmlns:p14="http://schemas.microsoft.com/office/powerpoint/2010/main" val="11690083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0131a596214c3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4-text-001">
            <a:extLst xmlns:a="http://schemas.openxmlformats.org/drawingml/2006/main">
              <a:ext uri="{FF2B5EF4-FFF2-40B4-BE49-F238E27FC236}">
                <a16:creationId xmlns:a16="http://schemas.microsoft.com/office/drawing/2014/main" id="{2BDFB47F-46BF-467E-B870-7973BFE374FE}"/>
              </a:ext>
            </a:extLst>
          </p:cNvPr>
          <p:cNvSpPr>
            <a:spLocks xmlns:a="http://schemas.openxmlformats.org/drawingml/2006/main" noGrp="1"/>
          </p:cNvSpPr>
          <p:nvPr/>
        </p:nvSpPr>
        <p:spPr>
          <a:xfrm xmlns:a="http://schemas.openxmlformats.org/drawingml/2006/main">
            <a:off x="863501" y="2462064"/>
            <a:ext cx="1524000" cy="35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E8EDF5"/>
                </a:solidFill>
                <a:latin typeface="Noto Sans KR"/>
                <a:ea typeface="Noto Sans KR"/>
                <a:cs typeface="Noto Sans KR"/>
              </a:defRPr>
            </a:pPr>
            <a:r>
              <a:rPr sz="1500" b="0" i="0">
                <a:solidFill>
                  <a:srgbClr val="E8EDF5"/>
                </a:solidFill>
                <a:latin typeface="Noto Sans KR"/>
                <a:ea typeface="Noto Sans KR"/>
                <a:cs typeface="Noto Sans KR"/>
              </a:rPr>
              <a:t>직접 코드로 작성</a:t>
            </a:r>
          </a:p>
        </p:txBody>
      </p:sp>
      <p:sp>
        <p:nvSpPr>
          <p:cNvPr id="3" name="paper-04-text-002">
            <a:extLst xmlns:a="http://schemas.openxmlformats.org/drawingml/2006/main">
              <a:ext uri="{FF2B5EF4-FFF2-40B4-BE49-F238E27FC236}">
                <a16:creationId xmlns:a16="http://schemas.microsoft.com/office/drawing/2014/main" id="{5496A5B4-C46D-46C9-889F-B5448EA23C05}"/>
              </a:ext>
            </a:extLst>
          </p:cNvPr>
          <p:cNvSpPr>
            <a:spLocks xmlns:a="http://schemas.openxmlformats.org/drawingml/2006/main" noGrp="1"/>
          </p:cNvSpPr>
          <p:nvPr/>
        </p:nvSpPr>
        <p:spPr>
          <a:xfrm xmlns:a="http://schemas.openxmlformats.org/drawingml/2006/main">
            <a:off x="8004870" y="2495848"/>
            <a:ext cx="460474" cy="230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DBBA83"/>
                </a:solidFill>
                <a:latin typeface="Noto Sans KR"/>
                <a:ea typeface="Noto Sans KR"/>
                <a:cs typeface="Noto Sans KR"/>
              </a:defRPr>
            </a:pPr>
            <a:r>
              <a:rPr sz="1125" b="0" i="0">
                <a:solidFill>
                  <a:srgbClr val="DBBA83"/>
                </a:solidFill>
                <a:latin typeface="Noto Sans KR"/>
                <a:ea typeface="Noto Sans KR"/>
                <a:cs typeface="Noto Sans KR"/>
              </a:rPr>
              <a:t>Java</a:t>
            </a:r>
          </a:p>
        </p:txBody>
      </p:sp>
      <p:sp>
        <p:nvSpPr>
          <p:cNvPr id="4" name="paper-04-text-003">
            <a:extLst xmlns:a="http://schemas.openxmlformats.org/drawingml/2006/main">
              <a:ext uri="{FF2B5EF4-FFF2-40B4-BE49-F238E27FC236}">
                <a16:creationId xmlns:a16="http://schemas.microsoft.com/office/drawing/2014/main" id="{C015306D-D6C4-4FC7-80F2-6C97E171C06C}"/>
              </a:ext>
            </a:extLst>
          </p:cNvPr>
          <p:cNvSpPr>
            <a:spLocks xmlns:a="http://schemas.openxmlformats.org/drawingml/2006/main" noGrp="1"/>
          </p:cNvSpPr>
          <p:nvPr/>
        </p:nvSpPr>
        <p:spPr>
          <a:xfrm xmlns:a="http://schemas.openxmlformats.org/drawingml/2006/main">
            <a:off x="873026" y="2984302"/>
            <a:ext cx="230981"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E6B56B"/>
                </a:solidFill>
                <a:latin typeface="Consolas"/>
                <a:ea typeface="Consolas"/>
                <a:cs typeface="Consolas"/>
              </a:defRPr>
            </a:pPr>
            <a:r>
              <a:rPr sz="1125" b="0" i="0">
                <a:solidFill>
                  <a:srgbClr val="E6B56B"/>
                </a:solidFill>
                <a:latin typeface="Consolas"/>
                <a:ea typeface="Consolas"/>
                <a:cs typeface="Consolas"/>
              </a:rPr>
              <a:t>J</a:t>
            </a:r>
          </a:p>
        </p:txBody>
      </p:sp>
      <p:sp>
        <p:nvSpPr>
          <p:cNvPr id="5" name="paper-04-text-004">
            <a:extLst xmlns:a="http://schemas.openxmlformats.org/drawingml/2006/main">
              <a:ext uri="{FF2B5EF4-FFF2-40B4-BE49-F238E27FC236}">
                <a16:creationId xmlns:a16="http://schemas.microsoft.com/office/drawing/2014/main" id="{53BCA1F1-BDC2-4239-B936-E44ED9A90111}"/>
              </a:ext>
            </a:extLst>
          </p:cNvPr>
          <p:cNvSpPr>
            <a:spLocks xmlns:a="http://schemas.openxmlformats.org/drawingml/2006/main" noGrp="1"/>
          </p:cNvSpPr>
          <p:nvPr/>
        </p:nvSpPr>
        <p:spPr>
          <a:xfrm xmlns:a="http://schemas.openxmlformats.org/drawingml/2006/main">
            <a:off x="1065907" y="2841575"/>
            <a:ext cx="156641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C6D4E8"/>
                </a:solidFill>
                <a:latin typeface="Consolas"/>
                <a:ea typeface="Consolas"/>
                <a:cs typeface="Consolas"/>
              </a:defRPr>
            </a:pPr>
            <a:r>
              <a:rPr sz="1125" b="0" i="0">
                <a:solidFill>
                  <a:srgbClr val="C6D4E8"/>
                </a:solidFill>
                <a:latin typeface="Consolas"/>
                <a:ea typeface="Consolas"/>
                <a:cs typeface="Consolas"/>
              </a:rPr>
              <a:t>EtfIssueStore.java</a:t>
            </a:r>
          </a:p>
        </p:txBody>
      </p:sp>
      <p:sp>
        <p:nvSpPr>
          <p:cNvPr id="6" name="paper-04-text-005">
            <a:extLst xmlns:a="http://schemas.openxmlformats.org/drawingml/2006/main">
              <a:ext uri="{FF2B5EF4-FFF2-40B4-BE49-F238E27FC236}">
                <a16:creationId xmlns:a16="http://schemas.microsoft.com/office/drawing/2014/main" id="{DA63F5B6-6FD6-41E7-AF4C-F9FCB40D5A34}"/>
              </a:ext>
            </a:extLst>
          </p:cNvPr>
          <p:cNvSpPr>
            <a:spLocks xmlns:a="http://schemas.openxmlformats.org/drawingml/2006/main" noGrp="1"/>
          </p:cNvSpPr>
          <p:nvPr/>
        </p:nvSpPr>
        <p:spPr>
          <a:xfrm xmlns:a="http://schemas.openxmlformats.org/drawingml/2006/main">
            <a:off x="7562850" y="2844701"/>
            <a:ext cx="877729"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8A99AF"/>
                </a:solidFill>
                <a:latin typeface="Noto Sans KR"/>
                <a:ea typeface="Noto Sans KR"/>
                <a:cs typeface="Noto Sans KR"/>
              </a:defRPr>
            </a:pPr>
            <a:r>
              <a:rPr sz="975" b="0" i="0">
                <a:solidFill>
                  <a:srgbClr val="8A99AF"/>
                </a:solidFill>
                <a:latin typeface="Noto Sans KR"/>
                <a:ea typeface="Noto Sans KR"/>
                <a:cs typeface="Noto Sans KR"/>
              </a:rPr>
              <a:t>ETF 이슈 조회</a:t>
            </a:r>
          </a:p>
        </p:txBody>
      </p:sp>
      <p:sp>
        <p:nvSpPr>
          <p:cNvPr id="7" name="paper-04-text-006">
            <a:extLst xmlns:a="http://schemas.openxmlformats.org/drawingml/2006/main">
              <a:ext uri="{FF2B5EF4-FFF2-40B4-BE49-F238E27FC236}">
                <a16:creationId xmlns:a16="http://schemas.microsoft.com/office/drawing/2014/main" id="{6DDA6B08-4A1B-4F89-B9FE-89E2B13D221B}"/>
              </a:ext>
            </a:extLst>
          </p:cNvPr>
          <p:cNvSpPr>
            <a:spLocks xmlns:a="http://schemas.openxmlformats.org/drawingml/2006/main" noGrp="1"/>
          </p:cNvSpPr>
          <p:nvPr/>
        </p:nvSpPr>
        <p:spPr>
          <a:xfrm xmlns:a="http://schemas.openxmlformats.org/drawingml/2006/main">
            <a:off x="801559" y="3511451"/>
            <a:ext cx="345787" cy="573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3</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4</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5</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6</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7</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8</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9</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10</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11</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12</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13</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14</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15</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16</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17</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18</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19</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20</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21</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22</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23</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24</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25</a:t>
            </a:r>
          </a:p>
          <a:p xmlns:a="http://schemas.openxmlformats.org/drawingml/2006/main">
            <a:pPr algn="r">
              <a:defRPr sz="1275" b="0" i="0">
                <a:solidFill>
                  <a:srgbClr val="526075"/>
                </a:solidFill>
                <a:latin typeface="Consolas"/>
                <a:ea typeface="Consolas"/>
                <a:cs typeface="Consolas"/>
              </a:defRPr>
            </a:pPr>
            <a:r>
              <a:rPr sz="1275" b="0" i="0">
                <a:solidFill>
                  <a:srgbClr val="526075"/>
                </a:solidFill>
                <a:latin typeface="Consolas"/>
                <a:ea typeface="Consolas"/>
                <a:cs typeface="Consolas"/>
              </a:rPr>
              <a:t>26</a:t>
            </a:r>
          </a:p>
        </p:txBody>
      </p:sp>
      <p:sp>
        <p:nvSpPr>
          <p:cNvPr id="8" name="paper-04-text-007">
            <a:extLst xmlns:a="http://schemas.openxmlformats.org/drawingml/2006/main">
              <a:ext uri="{FF2B5EF4-FFF2-40B4-BE49-F238E27FC236}">
                <a16:creationId xmlns:a16="http://schemas.microsoft.com/office/drawing/2014/main" id="{CF3127EF-7601-4C2B-8ACD-31AF2551E97C}"/>
              </a:ext>
            </a:extLst>
          </p:cNvPr>
          <p:cNvSpPr>
            <a:spLocks xmlns:a="http://schemas.openxmlformats.org/drawingml/2006/main" noGrp="1"/>
          </p:cNvSpPr>
          <p:nvPr/>
        </p:nvSpPr>
        <p:spPr>
          <a:xfrm xmlns:a="http://schemas.openxmlformats.org/drawingml/2006/main">
            <a:off x="1234976" y="3524101"/>
            <a:ext cx="4886087" cy="573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import java.util.List;</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import java.util.Optional;</a:t>
            </a:r>
          </a:p>
          <a:p xmlns:a="http://schemas.openxmlformats.org/drawingml/2006/main">
            <a:r>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public class EtfIssueStore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record Issue(String id, String title,</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List&lt;String&gt; etfNames) {}</a:t>
            </a:r>
          </a:p>
          <a:p xmlns:a="http://schemas.openxmlformats.org/drawingml/2006/main">
            <a:r>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private final List&lt;Issue&gt; issues = List.of(</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new Issue("ISS-005", "금리 인하 기대 회복",</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List.of("은행·배당 ETF", "채권 ETF")),</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new Issue("ISS-006", "반도체 투자 확대",</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List.of("반도체 ETF"))</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a:t>
            </a:r>
          </a:p>
          <a:p xmlns:a="http://schemas.openxmlformats.org/drawingml/2006/main">
            <a:r>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public Optional&lt;Issue&gt; issueById(String id)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return issues.stream()</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.filter(issue -&gt; issue.id().equals(id))</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.findFirst();</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a:t>
            </a:r>
          </a:p>
          <a:p xmlns:a="http://schemas.openxmlformats.org/drawingml/2006/main">
            <a:r>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public List&lt;String&gt; relatedEtfs(String issueId)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return issueById(issueId)</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.map(Issue::etfNames)</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.orElseGet(List::of);</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    }</a:t>
            </a:r>
          </a:p>
          <a:p xmlns:a="http://schemas.openxmlformats.org/drawingml/2006/main">
            <a:pPr algn="l">
              <a:defRPr sz="1275" b="0" i="0">
                <a:solidFill>
                  <a:srgbClr val="B8CFE9"/>
                </a:solidFill>
                <a:latin typeface="Consolas"/>
                <a:ea typeface="Consolas"/>
                <a:cs typeface="Consolas"/>
              </a:defRPr>
            </a:pPr>
            <a:r>
              <a:rPr sz="1275" b="0" i="0">
                <a:solidFill>
                  <a:srgbClr val="B8CFE9"/>
                </a:solidFill>
                <a:latin typeface="Consolas"/>
                <a:ea typeface="Consolas"/>
                <a:cs typeface="Consolas"/>
              </a:rPr>
              <a:t>}</a:t>
            </a:r>
          </a:p>
        </p:txBody>
      </p:sp>
      <p:sp>
        <p:nvSpPr>
          <p:cNvPr id="9" name="paper-04-text-008">
            <a:extLst xmlns:a="http://schemas.openxmlformats.org/drawingml/2006/main">
              <a:ext uri="{FF2B5EF4-FFF2-40B4-BE49-F238E27FC236}">
                <a16:creationId xmlns:a16="http://schemas.microsoft.com/office/drawing/2014/main" id="{72F48EDB-2B91-43ED-9D6B-7090B5BE026E}"/>
              </a:ext>
            </a:extLst>
          </p:cNvPr>
          <p:cNvSpPr>
            <a:spLocks xmlns:a="http://schemas.openxmlformats.org/drawingml/2006/main" noGrp="1"/>
          </p:cNvSpPr>
          <p:nvPr/>
        </p:nvSpPr>
        <p:spPr>
          <a:xfrm xmlns:a="http://schemas.openxmlformats.org/drawingml/2006/main">
            <a:off x="844451" y="9355038"/>
            <a:ext cx="824567"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i="0">
                <a:solidFill>
                  <a:srgbClr val="8397B4"/>
                </a:solidFill>
                <a:latin typeface="Noto Sans KR"/>
                <a:ea typeface="Noto Sans KR"/>
                <a:cs typeface="Noto Sans KR"/>
              </a:defRPr>
            </a:pPr>
            <a:r>
              <a:rPr sz="900" b="0" i="0">
                <a:solidFill>
                  <a:srgbClr val="8397B4"/>
                </a:solidFill>
                <a:latin typeface="Noto Sans KR"/>
                <a:ea typeface="Noto Sans KR"/>
                <a:cs typeface="Noto Sans KR"/>
              </a:rPr>
              <a:t>코드 작성 재현</a:t>
            </a:r>
          </a:p>
        </p:txBody>
      </p:sp>
      <p:sp>
        <p:nvSpPr>
          <p:cNvPr id="10" name="paper-04-text-009">
            <a:extLst xmlns:a="http://schemas.openxmlformats.org/drawingml/2006/main">
              <a:ext uri="{FF2B5EF4-FFF2-40B4-BE49-F238E27FC236}">
                <a16:creationId xmlns:a16="http://schemas.microsoft.com/office/drawing/2014/main" id="{80234516-242B-4E5E-8FC8-2B02B7B55CA3}"/>
              </a:ext>
            </a:extLst>
          </p:cNvPr>
          <p:cNvSpPr>
            <a:spLocks xmlns:a="http://schemas.openxmlformats.org/drawingml/2006/main" noGrp="1"/>
          </p:cNvSpPr>
          <p:nvPr/>
        </p:nvSpPr>
        <p:spPr>
          <a:xfrm xmlns:a="http://schemas.openxmlformats.org/drawingml/2006/main">
            <a:off x="7879407" y="9355038"/>
            <a:ext cx="582126"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i="0">
                <a:solidFill>
                  <a:srgbClr val="B8CFE9"/>
                </a:solidFill>
                <a:latin typeface="Noto Sans KR"/>
                <a:ea typeface="Noto Sans KR"/>
                <a:cs typeface="Noto Sans KR"/>
              </a:defRPr>
            </a:pPr>
            <a:r>
              <a:rPr sz="900" b="0" i="0">
                <a:solidFill>
                  <a:srgbClr val="B8CFE9"/>
                </a:solidFill>
                <a:latin typeface="Noto Sans KR"/>
                <a:ea typeface="Noto Sans KR"/>
                <a:cs typeface="Noto Sans KR"/>
              </a:rPr>
              <a:t>입력 완료</a:t>
            </a:r>
          </a:p>
        </p:txBody>
      </p:sp>
      <p:sp>
        <p:nvSpPr>
          <p:cNvPr id="11" name="paper-04-text-010">
            <a:extLst xmlns:a="http://schemas.openxmlformats.org/drawingml/2006/main">
              <a:ext uri="{FF2B5EF4-FFF2-40B4-BE49-F238E27FC236}">
                <a16:creationId xmlns:a16="http://schemas.microsoft.com/office/drawing/2014/main" id="{9F49CDC1-8A99-44FE-8972-F2A7CDCAA668}"/>
              </a:ext>
            </a:extLst>
          </p:cNvPr>
          <p:cNvSpPr>
            <a:spLocks xmlns:a="http://schemas.openxmlformats.org/drawingml/2006/main" noGrp="1"/>
          </p:cNvSpPr>
          <p:nvPr/>
        </p:nvSpPr>
        <p:spPr>
          <a:xfrm xmlns:a="http://schemas.openxmlformats.org/drawingml/2006/main">
            <a:off x="8973443" y="2462064"/>
            <a:ext cx="1699320" cy="35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E8EDF5"/>
                </a:solidFill>
                <a:latin typeface="Noto Sans KR"/>
                <a:ea typeface="Noto Sans KR"/>
                <a:cs typeface="Noto Sans KR"/>
              </a:defRPr>
            </a:pPr>
            <a:r>
              <a:rPr sz="1500" b="0" i="0">
                <a:solidFill>
                  <a:srgbClr val="E8EDF5"/>
                </a:solidFill>
                <a:latin typeface="Noto Sans KR"/>
                <a:ea typeface="Noto Sans KR"/>
                <a:cs typeface="Noto Sans KR"/>
              </a:rPr>
              <a:t>대화로 의도를 전달</a:t>
            </a:r>
          </a:p>
        </p:txBody>
      </p:sp>
      <p:sp>
        <p:nvSpPr>
          <p:cNvPr id="12" name="paper-04-text-011">
            <a:extLst xmlns:a="http://schemas.openxmlformats.org/drawingml/2006/main">
              <a:ext uri="{FF2B5EF4-FFF2-40B4-BE49-F238E27FC236}">
                <a16:creationId xmlns:a16="http://schemas.microsoft.com/office/drawing/2014/main" id="{1F2D068C-E6EE-4611-B13D-59DAE43379FF}"/>
              </a:ext>
            </a:extLst>
          </p:cNvPr>
          <p:cNvSpPr>
            <a:spLocks xmlns:a="http://schemas.openxmlformats.org/drawingml/2006/main" noGrp="1"/>
          </p:cNvSpPr>
          <p:nvPr/>
        </p:nvSpPr>
        <p:spPr>
          <a:xfrm xmlns:a="http://schemas.openxmlformats.org/drawingml/2006/main">
            <a:off x="16364099" y="2495848"/>
            <a:ext cx="1212503" cy="230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A5B4CA"/>
                </a:solidFill>
                <a:latin typeface="Noto Sans KR"/>
                <a:ea typeface="Noto Sans KR"/>
                <a:cs typeface="Noto Sans KR"/>
              </a:defRPr>
            </a:pPr>
            <a:r>
              <a:rPr sz="1125" b="0" i="0">
                <a:solidFill>
                  <a:srgbClr val="A5B4CA"/>
                </a:solidFill>
                <a:latin typeface="Noto Sans KR"/>
                <a:ea typeface="Noto Sans KR"/>
                <a:cs typeface="Noto Sans KR"/>
              </a:rPr>
              <a:t>실제 화면 · 5배속</a:t>
            </a:r>
          </a:p>
        </p:txBody>
      </p:sp>
      <p:sp>
        <p:nvSpPr>
          <p:cNvPr id="13" name="paper-04-text-012">
            <a:extLst xmlns:a="http://schemas.openxmlformats.org/drawingml/2006/main">
              <a:ext uri="{FF2B5EF4-FFF2-40B4-BE49-F238E27FC236}">
                <a16:creationId xmlns:a16="http://schemas.microsoft.com/office/drawing/2014/main" id="{44158091-7EDA-48CB-898C-DA767A184D99}"/>
              </a:ext>
            </a:extLst>
          </p:cNvPr>
          <p:cNvSpPr>
            <a:spLocks xmlns:a="http://schemas.openxmlformats.org/drawingml/2006/main" noGrp="1"/>
          </p:cNvSpPr>
          <p:nvPr/>
        </p:nvSpPr>
        <p:spPr>
          <a:xfrm xmlns:a="http://schemas.openxmlformats.org/drawingml/2006/main">
            <a:off x="657225" y="9839325"/>
            <a:ext cx="1709928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8290A5"/>
                </a:solidFill>
                <a:latin typeface="Noto Sans KR"/>
                <a:ea typeface="Noto Sans KR"/>
                <a:cs typeface="Noto Sans KR"/>
              </a:defRPr>
            </a:pPr>
            <a:r>
              <a:rPr sz="1050" b="0" i="0">
                <a:solidFill>
                  <a:srgbClr val="8290A5"/>
                </a:solidFill>
                <a:latin typeface="Noto Sans KR"/>
                <a:ea typeface="Noto Sans KR"/>
                <a:cs typeface="Noto Sans KR"/>
              </a:rPr>
              <a:t>왼쪽: Java 코드 작성 재현 / 오른쪽: 사용자 제공 GPT동영상.mp4 · 전체 화면 · 5배속 · 무음</a:t>
            </a:r>
          </a:p>
        </p:txBody>
      </p:sp>
      <p:sp>
        <p:nvSpPr>
          <p:cNvPr id="14" name="paper-04-text-013">
            <a:extLst xmlns:a="http://schemas.openxmlformats.org/drawingml/2006/main">
              <a:ext uri="{FF2B5EF4-FFF2-40B4-BE49-F238E27FC236}">
                <a16:creationId xmlns:a16="http://schemas.microsoft.com/office/drawing/2014/main" id="{2DE6D9CD-6D30-45A7-BB59-EC3B7957560E}"/>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151820"/>
                </a:solidFill>
                <a:latin typeface="Daki M Title"/>
                <a:ea typeface="Daki M Title"/>
                <a:cs typeface="Daki M Title"/>
              </a:defRPr>
            </a:pPr>
            <a:r>
              <a:rPr sz="4650" b="0" i="0">
                <a:solidFill>
                  <a:srgbClr val="151820"/>
                </a:solidFill>
                <a:latin typeface="Daki M Title"/>
                <a:ea typeface="Daki M Title"/>
                <a:cs typeface="Daki M Title"/>
              </a:rPr>
              <a:t>자연어로 전달하는 의도</a:t>
            </a:r>
          </a:p>
        </p:txBody>
      </p:sp>
      <p:sp>
        <p:nvSpPr>
          <p:cNvPr id="15" name="paper-04-text-014">
            <a:extLst xmlns:a="http://schemas.openxmlformats.org/drawingml/2006/main">
              <a:ext uri="{FF2B5EF4-FFF2-40B4-BE49-F238E27FC236}">
                <a16:creationId xmlns:a16="http://schemas.microsoft.com/office/drawing/2014/main" id="{1EBCE22F-1FD4-434B-A392-2660BDC5AFF5}"/>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707988"/>
                </a:solidFill>
                <a:latin typeface="Daki L"/>
                <a:ea typeface="Daki L"/>
                <a:cs typeface="Daki L"/>
              </a:defRPr>
            </a:pPr>
            <a:r>
              <a:rPr sz="1875" b="0" i="0">
                <a:solidFill>
                  <a:srgbClr val="707988"/>
                </a:solidFill>
                <a:latin typeface="Daki L"/>
                <a:ea typeface="Daki L"/>
                <a:cs typeface="Daki L"/>
              </a:rPr>
              <a:t>코드로 설명하던 작업을 말로 요청합니다</a:t>
            </a:r>
          </a:p>
        </p:txBody>
      </p:sp>
    </p:spTree>
    <p:extLst>
      <p:ext uri="{BB962C8B-B14F-4D97-AF65-F5344CB8AC3E}">
        <p14:creationId xmlns:p14="http://schemas.microsoft.com/office/powerpoint/2010/main" val="8344002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294e75bb7924ed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5-text-001">
            <a:extLst xmlns:a="http://schemas.openxmlformats.org/drawingml/2006/main">
              <a:ext uri="{FF2B5EF4-FFF2-40B4-BE49-F238E27FC236}">
                <a16:creationId xmlns:a16="http://schemas.microsoft.com/office/drawing/2014/main" id="{3BA4C0EF-F84B-4C65-8E23-F9C21CDA2071}"/>
              </a:ext>
            </a:extLst>
          </p:cNvPr>
          <p:cNvSpPr>
            <a:spLocks xmlns:a="http://schemas.openxmlformats.org/drawingml/2006/main" noGrp="1"/>
          </p:cNvSpPr>
          <p:nvPr/>
        </p:nvSpPr>
        <p:spPr>
          <a:xfrm xmlns:a="http://schemas.openxmlformats.org/drawingml/2006/main">
            <a:off x="6322070" y="2633663"/>
            <a:ext cx="265429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71809A"/>
                </a:solidFill>
                <a:latin typeface="Noto Sans KR"/>
                <a:ea typeface="Noto Sans KR"/>
                <a:cs typeface="Noto Sans KR"/>
              </a:defRPr>
            </a:pPr>
            <a:r>
              <a:rPr sz="1350" b="0" i="0">
                <a:solidFill>
                  <a:srgbClr val="71809A"/>
                </a:solidFill>
                <a:latin typeface="Noto Sans KR"/>
                <a:ea typeface="Noto Sans KR"/>
                <a:cs typeface="Noto Sans KR"/>
              </a:rPr>
              <a:t>개발자센터에서 Trading MCP까지</a:t>
            </a:r>
          </a:p>
        </p:txBody>
      </p:sp>
      <p:sp>
        <p:nvSpPr>
          <p:cNvPr id="3" name="paper-05-text-002">
            <a:extLst xmlns:a="http://schemas.openxmlformats.org/drawingml/2006/main">
              <a:ext uri="{FF2B5EF4-FFF2-40B4-BE49-F238E27FC236}">
                <a16:creationId xmlns:a16="http://schemas.microsoft.com/office/drawing/2014/main" id="{4E6C2A4A-8A58-4BA6-A41A-A294A4409FBD}"/>
              </a:ext>
            </a:extLst>
          </p:cNvPr>
          <p:cNvSpPr>
            <a:spLocks xmlns:a="http://schemas.openxmlformats.org/drawingml/2006/main" noGrp="1"/>
          </p:cNvSpPr>
          <p:nvPr/>
        </p:nvSpPr>
        <p:spPr>
          <a:xfrm xmlns:a="http://schemas.openxmlformats.org/drawingml/2006/main">
            <a:off x="1158776" y="3538389"/>
            <a:ext cx="27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A1AABC"/>
                </a:solidFill>
                <a:latin typeface="Consolas"/>
                <a:ea typeface="Consolas"/>
                <a:cs typeface="Consolas"/>
              </a:defRPr>
            </a:pPr>
            <a:r>
              <a:rPr sz="975" b="0" i="0">
                <a:solidFill>
                  <a:srgbClr val="A1AABC"/>
                </a:solidFill>
                <a:latin typeface="Consolas"/>
                <a:ea typeface="Consolas"/>
                <a:cs typeface="Consolas"/>
              </a:rPr>
              <a:t>01</a:t>
            </a:r>
          </a:p>
        </p:txBody>
      </p:sp>
      <p:sp>
        <p:nvSpPr>
          <p:cNvPr id="4" name="paper-05-text-003">
            <a:extLst xmlns:a="http://schemas.openxmlformats.org/drawingml/2006/main">
              <a:ext uri="{FF2B5EF4-FFF2-40B4-BE49-F238E27FC236}">
                <a16:creationId xmlns:a16="http://schemas.microsoft.com/office/drawing/2014/main" id="{859D6FA8-BC5A-4480-B735-54ECAABF774F}"/>
              </a:ext>
            </a:extLst>
          </p:cNvPr>
          <p:cNvSpPr>
            <a:spLocks xmlns:a="http://schemas.openxmlformats.org/drawingml/2006/main" noGrp="1"/>
          </p:cNvSpPr>
          <p:nvPr/>
        </p:nvSpPr>
        <p:spPr>
          <a:xfrm xmlns:a="http://schemas.openxmlformats.org/drawingml/2006/main">
            <a:off x="1418779" y="3459063"/>
            <a:ext cx="116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202B3B"/>
                </a:solidFill>
                <a:latin typeface="Noto Sans KR"/>
                <a:ea typeface="Noto Sans KR"/>
                <a:cs typeface="Noto Sans KR"/>
              </a:defRPr>
            </a:pPr>
            <a:r>
              <a:rPr sz="1650" b="0" i="0">
                <a:solidFill>
                  <a:srgbClr val="202B3B"/>
                </a:solidFill>
                <a:latin typeface="Noto Sans KR"/>
                <a:ea typeface="Noto Sans KR"/>
                <a:cs typeface="Noto Sans KR"/>
              </a:rPr>
              <a:t>개발자센터</a:t>
            </a:r>
          </a:p>
        </p:txBody>
      </p:sp>
      <p:sp>
        <p:nvSpPr>
          <p:cNvPr id="5" name="paper-05-text-004">
            <a:extLst xmlns:a="http://schemas.openxmlformats.org/drawingml/2006/main">
              <a:ext uri="{FF2B5EF4-FFF2-40B4-BE49-F238E27FC236}">
                <a16:creationId xmlns:a16="http://schemas.microsoft.com/office/drawing/2014/main" id="{7FA3E470-D6E2-485F-91CC-443BEB8E946D}"/>
              </a:ext>
            </a:extLst>
          </p:cNvPr>
          <p:cNvSpPr>
            <a:spLocks xmlns:a="http://schemas.openxmlformats.org/drawingml/2006/main" noGrp="1"/>
          </p:cNvSpPr>
          <p:nvPr/>
        </p:nvSpPr>
        <p:spPr>
          <a:xfrm xmlns:a="http://schemas.openxmlformats.org/drawingml/2006/main">
            <a:off x="5202138" y="3538389"/>
            <a:ext cx="27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A1AABC"/>
                </a:solidFill>
                <a:latin typeface="Consolas"/>
                <a:ea typeface="Consolas"/>
                <a:cs typeface="Consolas"/>
              </a:defRPr>
            </a:pPr>
            <a:r>
              <a:rPr sz="975" b="0" i="0">
                <a:solidFill>
                  <a:srgbClr val="A1AABC"/>
                </a:solidFill>
                <a:latin typeface="Consolas"/>
                <a:ea typeface="Consolas"/>
                <a:cs typeface="Consolas"/>
              </a:rPr>
              <a:t>02</a:t>
            </a:r>
          </a:p>
        </p:txBody>
      </p:sp>
      <p:sp>
        <p:nvSpPr>
          <p:cNvPr id="6" name="paper-05-text-005">
            <a:extLst xmlns:a="http://schemas.openxmlformats.org/drawingml/2006/main">
              <a:ext uri="{FF2B5EF4-FFF2-40B4-BE49-F238E27FC236}">
                <a16:creationId xmlns:a16="http://schemas.microsoft.com/office/drawing/2014/main" id="{3BD5B2EF-59ED-45A6-9420-F012E92ADE4B}"/>
              </a:ext>
            </a:extLst>
          </p:cNvPr>
          <p:cNvSpPr>
            <a:spLocks xmlns:a="http://schemas.openxmlformats.org/drawingml/2006/main" noGrp="1"/>
          </p:cNvSpPr>
          <p:nvPr/>
        </p:nvSpPr>
        <p:spPr>
          <a:xfrm xmlns:a="http://schemas.openxmlformats.org/drawingml/2006/main">
            <a:off x="5462141" y="3459063"/>
            <a:ext cx="135722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202B3B"/>
                </a:solidFill>
                <a:latin typeface="Noto Sans KR"/>
                <a:ea typeface="Noto Sans KR"/>
                <a:cs typeface="Noto Sans KR"/>
              </a:defRPr>
            </a:pPr>
            <a:r>
              <a:rPr sz="1650" b="0" i="0">
                <a:solidFill>
                  <a:srgbClr val="202B3B"/>
                </a:solidFill>
                <a:latin typeface="Noto Sans KR"/>
                <a:ea typeface="Noto Sans KR"/>
                <a:cs typeface="Noto Sans KR"/>
              </a:rPr>
              <a:t>공식 GitHub</a:t>
            </a:r>
          </a:p>
        </p:txBody>
      </p:sp>
      <p:sp>
        <p:nvSpPr>
          <p:cNvPr id="7" name="paper-05-text-006">
            <a:extLst xmlns:a="http://schemas.openxmlformats.org/drawingml/2006/main">
              <a:ext uri="{FF2B5EF4-FFF2-40B4-BE49-F238E27FC236}">
                <a16:creationId xmlns:a16="http://schemas.microsoft.com/office/drawing/2014/main" id="{4AEE159C-156D-4D3D-BB63-55577D39109E}"/>
              </a:ext>
            </a:extLst>
          </p:cNvPr>
          <p:cNvSpPr>
            <a:spLocks xmlns:a="http://schemas.openxmlformats.org/drawingml/2006/main" noGrp="1"/>
          </p:cNvSpPr>
          <p:nvPr/>
        </p:nvSpPr>
        <p:spPr>
          <a:xfrm xmlns:a="http://schemas.openxmlformats.org/drawingml/2006/main">
            <a:off x="1158776" y="6605439"/>
            <a:ext cx="27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A1AABC"/>
                </a:solidFill>
                <a:latin typeface="Consolas"/>
                <a:ea typeface="Consolas"/>
                <a:cs typeface="Consolas"/>
              </a:defRPr>
            </a:pPr>
            <a:r>
              <a:rPr sz="975" b="0" i="0">
                <a:solidFill>
                  <a:srgbClr val="A1AABC"/>
                </a:solidFill>
                <a:latin typeface="Consolas"/>
                <a:ea typeface="Consolas"/>
                <a:cs typeface="Consolas"/>
              </a:rPr>
              <a:t>03</a:t>
            </a:r>
          </a:p>
        </p:txBody>
      </p:sp>
      <p:sp>
        <p:nvSpPr>
          <p:cNvPr id="8" name="paper-05-text-007">
            <a:extLst xmlns:a="http://schemas.openxmlformats.org/drawingml/2006/main">
              <a:ext uri="{FF2B5EF4-FFF2-40B4-BE49-F238E27FC236}">
                <a16:creationId xmlns:a16="http://schemas.microsoft.com/office/drawing/2014/main" id="{90055182-3B75-4CFF-BC94-1A0116418355}"/>
              </a:ext>
            </a:extLst>
          </p:cNvPr>
          <p:cNvSpPr>
            <a:spLocks xmlns:a="http://schemas.openxmlformats.org/drawingml/2006/main" noGrp="1"/>
          </p:cNvSpPr>
          <p:nvPr/>
        </p:nvSpPr>
        <p:spPr>
          <a:xfrm xmlns:a="http://schemas.openxmlformats.org/drawingml/2006/main">
            <a:off x="1418779" y="6526113"/>
            <a:ext cx="146988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202B3B"/>
                </a:solidFill>
                <a:latin typeface="Noto Sans KR"/>
                <a:ea typeface="Noto Sans KR"/>
                <a:cs typeface="Noto Sans KR"/>
              </a:defRPr>
            </a:pPr>
            <a:r>
              <a:rPr sz="1650" b="0" i="0">
                <a:solidFill>
                  <a:srgbClr val="202B3B"/>
                </a:solidFill>
                <a:latin typeface="Noto Sans KR"/>
                <a:ea typeface="Noto Sans KR"/>
                <a:cs typeface="Noto Sans KR"/>
              </a:rPr>
              <a:t>Trading MCP</a:t>
            </a:r>
          </a:p>
        </p:txBody>
      </p:sp>
      <p:sp>
        <p:nvSpPr>
          <p:cNvPr id="9" name="paper-05-text-008">
            <a:extLst xmlns:a="http://schemas.openxmlformats.org/drawingml/2006/main">
              <a:ext uri="{FF2B5EF4-FFF2-40B4-BE49-F238E27FC236}">
                <a16:creationId xmlns:a16="http://schemas.microsoft.com/office/drawing/2014/main" id="{2E6D5899-CCE3-4B3A-ABC0-7CC024B0EA0D}"/>
              </a:ext>
            </a:extLst>
          </p:cNvPr>
          <p:cNvSpPr>
            <a:spLocks xmlns:a="http://schemas.openxmlformats.org/drawingml/2006/main" noGrp="1"/>
          </p:cNvSpPr>
          <p:nvPr/>
        </p:nvSpPr>
        <p:spPr>
          <a:xfrm xmlns:a="http://schemas.openxmlformats.org/drawingml/2006/main">
            <a:off x="15066169" y="2633663"/>
            <a:ext cx="2435066"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71809A"/>
                </a:solidFill>
                <a:latin typeface="Noto Sans KR"/>
                <a:ea typeface="Noto Sans KR"/>
                <a:cs typeface="Noto Sans KR"/>
              </a:defRPr>
            </a:pPr>
            <a:r>
              <a:rPr sz="1350" b="0" i="0">
                <a:solidFill>
                  <a:srgbClr val="71809A"/>
                </a:solidFill>
                <a:latin typeface="Noto Sans KR"/>
                <a:ea typeface="Noto Sans KR"/>
                <a:cs typeface="Noto Sans KR"/>
              </a:rPr>
              <a:t>Open API에서 실시간 구독까지</a:t>
            </a:r>
          </a:p>
        </p:txBody>
      </p:sp>
      <p:sp>
        <p:nvSpPr>
          <p:cNvPr id="10" name="paper-05-text-009">
            <a:extLst xmlns:a="http://schemas.openxmlformats.org/drawingml/2006/main">
              <a:ext uri="{FF2B5EF4-FFF2-40B4-BE49-F238E27FC236}">
                <a16:creationId xmlns:a16="http://schemas.microsoft.com/office/drawing/2014/main" id="{B730C734-455A-4EEE-8A36-0BC95BE3E855}"/>
              </a:ext>
            </a:extLst>
          </p:cNvPr>
          <p:cNvSpPr>
            <a:spLocks xmlns:a="http://schemas.openxmlformats.org/drawingml/2006/main" noGrp="1"/>
          </p:cNvSpPr>
          <p:nvPr/>
        </p:nvSpPr>
        <p:spPr>
          <a:xfrm xmlns:a="http://schemas.openxmlformats.org/drawingml/2006/main">
            <a:off x="9683651" y="3538389"/>
            <a:ext cx="27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A1AABC"/>
                </a:solidFill>
                <a:latin typeface="Consolas"/>
                <a:ea typeface="Consolas"/>
                <a:cs typeface="Consolas"/>
              </a:defRPr>
            </a:pPr>
            <a:r>
              <a:rPr sz="975" b="0" i="0">
                <a:solidFill>
                  <a:srgbClr val="A1AABC"/>
                </a:solidFill>
                <a:latin typeface="Consolas"/>
                <a:ea typeface="Consolas"/>
                <a:cs typeface="Consolas"/>
              </a:rPr>
              <a:t>01</a:t>
            </a:r>
          </a:p>
        </p:txBody>
      </p:sp>
      <p:sp>
        <p:nvSpPr>
          <p:cNvPr id="11" name="paper-05-text-010">
            <a:extLst xmlns:a="http://schemas.openxmlformats.org/drawingml/2006/main">
              <a:ext uri="{FF2B5EF4-FFF2-40B4-BE49-F238E27FC236}">
                <a16:creationId xmlns:a16="http://schemas.microsoft.com/office/drawing/2014/main" id="{7BB510FE-9BDD-4D0A-8194-47D83088D222}"/>
              </a:ext>
            </a:extLst>
          </p:cNvPr>
          <p:cNvSpPr>
            <a:spLocks xmlns:a="http://schemas.openxmlformats.org/drawingml/2006/main" noGrp="1"/>
          </p:cNvSpPr>
          <p:nvPr/>
        </p:nvSpPr>
        <p:spPr>
          <a:xfrm xmlns:a="http://schemas.openxmlformats.org/drawingml/2006/main">
            <a:off x="9943654" y="3459063"/>
            <a:ext cx="1134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202B3B"/>
                </a:solidFill>
                <a:latin typeface="Noto Sans KR"/>
                <a:ea typeface="Noto Sans KR"/>
                <a:cs typeface="Noto Sans KR"/>
              </a:defRPr>
            </a:pPr>
            <a:r>
              <a:rPr sz="1650" b="0" i="0">
                <a:solidFill>
                  <a:srgbClr val="202B3B"/>
                </a:solidFill>
                <a:latin typeface="Noto Sans KR"/>
                <a:ea typeface="Noto Sans KR"/>
                <a:cs typeface="Noto Sans KR"/>
              </a:rPr>
              <a:t>Open API</a:t>
            </a:r>
          </a:p>
        </p:txBody>
      </p:sp>
      <p:sp>
        <p:nvSpPr>
          <p:cNvPr id="12" name="paper-05-text-011">
            <a:extLst xmlns:a="http://schemas.openxmlformats.org/drawingml/2006/main">
              <a:ext uri="{FF2B5EF4-FFF2-40B4-BE49-F238E27FC236}">
                <a16:creationId xmlns:a16="http://schemas.microsoft.com/office/drawing/2014/main" id="{240327E3-E540-43A6-8947-2D4C08F5F40B}"/>
              </a:ext>
            </a:extLst>
          </p:cNvPr>
          <p:cNvSpPr>
            <a:spLocks xmlns:a="http://schemas.openxmlformats.org/drawingml/2006/main" noGrp="1"/>
          </p:cNvSpPr>
          <p:nvPr/>
        </p:nvSpPr>
        <p:spPr>
          <a:xfrm xmlns:a="http://schemas.openxmlformats.org/drawingml/2006/main">
            <a:off x="13727013" y="3538389"/>
            <a:ext cx="27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A1AABC"/>
                </a:solidFill>
                <a:latin typeface="Consolas"/>
                <a:ea typeface="Consolas"/>
                <a:cs typeface="Consolas"/>
              </a:defRPr>
            </a:pPr>
            <a:r>
              <a:rPr sz="975" b="0" i="0">
                <a:solidFill>
                  <a:srgbClr val="A1AABC"/>
                </a:solidFill>
                <a:latin typeface="Consolas"/>
                <a:ea typeface="Consolas"/>
                <a:cs typeface="Consolas"/>
              </a:rPr>
              <a:t>02</a:t>
            </a:r>
          </a:p>
        </p:txBody>
      </p:sp>
      <p:sp>
        <p:nvSpPr>
          <p:cNvPr id="13" name="paper-05-text-012">
            <a:extLst xmlns:a="http://schemas.openxmlformats.org/drawingml/2006/main">
              <a:ext uri="{FF2B5EF4-FFF2-40B4-BE49-F238E27FC236}">
                <a16:creationId xmlns:a16="http://schemas.microsoft.com/office/drawing/2014/main" id="{18676F6C-4A74-48B6-9B99-1C472EBC9F99}"/>
              </a:ext>
            </a:extLst>
          </p:cNvPr>
          <p:cNvSpPr>
            <a:spLocks xmlns:a="http://schemas.openxmlformats.org/drawingml/2006/main" noGrp="1"/>
          </p:cNvSpPr>
          <p:nvPr/>
        </p:nvSpPr>
        <p:spPr>
          <a:xfrm xmlns:a="http://schemas.openxmlformats.org/drawingml/2006/main">
            <a:off x="13987016" y="3459063"/>
            <a:ext cx="122848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202B3B"/>
                </a:solidFill>
                <a:latin typeface="Noto Sans KR"/>
                <a:ea typeface="Noto Sans KR"/>
                <a:cs typeface="Noto Sans KR"/>
              </a:defRPr>
            </a:pPr>
            <a:r>
              <a:rPr sz="1650" b="0" i="0">
                <a:solidFill>
                  <a:srgbClr val="202B3B"/>
                </a:solidFill>
                <a:latin typeface="Noto Sans KR"/>
                <a:ea typeface="Noto Sans KR"/>
                <a:cs typeface="Noto Sans KR"/>
              </a:rPr>
              <a:t>인증과 호출</a:t>
            </a:r>
          </a:p>
        </p:txBody>
      </p:sp>
      <p:sp>
        <p:nvSpPr>
          <p:cNvPr id="14" name="paper-05-text-013">
            <a:extLst xmlns:a="http://schemas.openxmlformats.org/drawingml/2006/main">
              <a:ext uri="{FF2B5EF4-FFF2-40B4-BE49-F238E27FC236}">
                <a16:creationId xmlns:a16="http://schemas.microsoft.com/office/drawing/2014/main" id="{A46DA285-0377-4376-ACEF-753CB13BF4C2}"/>
              </a:ext>
            </a:extLst>
          </p:cNvPr>
          <p:cNvSpPr>
            <a:spLocks xmlns:a="http://schemas.openxmlformats.org/drawingml/2006/main" noGrp="1"/>
          </p:cNvSpPr>
          <p:nvPr/>
        </p:nvSpPr>
        <p:spPr>
          <a:xfrm xmlns:a="http://schemas.openxmlformats.org/drawingml/2006/main">
            <a:off x="9683651" y="6605439"/>
            <a:ext cx="27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A1AABC"/>
                </a:solidFill>
                <a:latin typeface="Consolas"/>
                <a:ea typeface="Consolas"/>
                <a:cs typeface="Consolas"/>
              </a:defRPr>
            </a:pPr>
            <a:r>
              <a:rPr sz="975" b="0" i="0">
                <a:solidFill>
                  <a:srgbClr val="A1AABC"/>
                </a:solidFill>
                <a:latin typeface="Consolas"/>
                <a:ea typeface="Consolas"/>
                <a:cs typeface="Consolas"/>
              </a:rPr>
              <a:t>03</a:t>
            </a:r>
          </a:p>
        </p:txBody>
      </p:sp>
      <p:sp>
        <p:nvSpPr>
          <p:cNvPr id="15" name="paper-05-text-014">
            <a:extLst xmlns:a="http://schemas.openxmlformats.org/drawingml/2006/main">
              <a:ext uri="{FF2B5EF4-FFF2-40B4-BE49-F238E27FC236}">
                <a16:creationId xmlns:a16="http://schemas.microsoft.com/office/drawing/2014/main" id="{D17A308A-CF1E-446E-949F-266BACD13E34}"/>
              </a:ext>
            </a:extLst>
          </p:cNvPr>
          <p:cNvSpPr>
            <a:spLocks xmlns:a="http://schemas.openxmlformats.org/drawingml/2006/main" noGrp="1"/>
          </p:cNvSpPr>
          <p:nvPr/>
        </p:nvSpPr>
        <p:spPr>
          <a:xfrm xmlns:a="http://schemas.openxmlformats.org/drawingml/2006/main">
            <a:off x="9943654" y="6526113"/>
            <a:ext cx="122848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202B3B"/>
                </a:solidFill>
                <a:latin typeface="Noto Sans KR"/>
                <a:ea typeface="Noto Sans KR"/>
                <a:cs typeface="Noto Sans KR"/>
              </a:defRPr>
            </a:pPr>
            <a:r>
              <a:rPr sz="1650" b="0" i="0">
                <a:solidFill>
                  <a:srgbClr val="202B3B"/>
                </a:solidFill>
                <a:latin typeface="Noto Sans KR"/>
                <a:ea typeface="Noto Sans KR"/>
                <a:cs typeface="Noto Sans KR"/>
              </a:rPr>
              <a:t>실시간 구독</a:t>
            </a:r>
          </a:p>
        </p:txBody>
      </p:sp>
      <p:sp>
        <p:nvSpPr>
          <p:cNvPr id="16" name="paper-05-text-015">
            <a:extLst xmlns:a="http://schemas.openxmlformats.org/drawingml/2006/main">
              <a:ext uri="{FF2B5EF4-FFF2-40B4-BE49-F238E27FC236}">
                <a16:creationId xmlns:a16="http://schemas.microsoft.com/office/drawing/2014/main" id="{462E9BFE-E6C9-4BB8-9B5E-C16CF3A68C6B}"/>
              </a:ext>
            </a:extLst>
          </p:cNvPr>
          <p:cNvSpPr>
            <a:spLocks xmlns:a="http://schemas.openxmlformats.org/drawingml/2006/main" noGrp="1"/>
          </p:cNvSpPr>
          <p:nvPr/>
        </p:nvSpPr>
        <p:spPr>
          <a:xfrm xmlns:a="http://schemas.openxmlformats.org/drawingml/2006/main">
            <a:off x="942975" y="9827865"/>
            <a:ext cx="16543020" cy="25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778398"/>
                </a:solidFill>
                <a:latin typeface="Noto Sans KR"/>
                <a:ea typeface="Noto Sans KR"/>
                <a:cs typeface="Noto Sans KR"/>
              </a:defRPr>
            </a:pPr>
            <a:r>
              <a:rPr sz="1200" b="0" i="0">
                <a:solidFill>
                  <a:srgbClr val="778398"/>
                </a:solidFill>
                <a:latin typeface="Noto Sans KR"/>
                <a:ea typeface="Noto Sans KR"/>
                <a:cs typeface="Noto Sans KR"/>
              </a:rPr>
              <a:t>공식 공개 자료 · 한국투자증권 개발자센터 / GitHub / Trading MCP · 토스증권 Open API / 개발자 문서</a:t>
            </a:r>
          </a:p>
        </p:txBody>
      </p:sp>
      <p:sp>
        <p:nvSpPr>
          <p:cNvPr id="17" name="paper-05-text-016">
            <a:extLst xmlns:a="http://schemas.openxmlformats.org/drawingml/2006/main">
              <a:ext uri="{FF2B5EF4-FFF2-40B4-BE49-F238E27FC236}">
                <a16:creationId xmlns:a16="http://schemas.microsoft.com/office/drawing/2014/main" id="{5B02729F-8375-46D1-A87E-A17A1C411A86}"/>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151820"/>
                </a:solidFill>
                <a:latin typeface="Daki M Title"/>
                <a:ea typeface="Daki M Title"/>
                <a:cs typeface="Daki M Title"/>
              </a:defRPr>
            </a:pPr>
            <a:r>
              <a:rPr sz="4650" b="0" i="0">
                <a:solidFill>
                  <a:srgbClr val="151820"/>
                </a:solidFill>
                <a:latin typeface="Daki M Title"/>
                <a:ea typeface="Daki M Title"/>
                <a:cs typeface="Daki M Title"/>
              </a:rPr>
              <a:t>증권사의 API와 MCP</a:t>
            </a:r>
          </a:p>
        </p:txBody>
      </p:sp>
      <p:sp>
        <p:nvSpPr>
          <p:cNvPr id="18" name="paper-05-text-017">
            <a:extLst xmlns:a="http://schemas.openxmlformats.org/drawingml/2006/main">
              <a:ext uri="{FF2B5EF4-FFF2-40B4-BE49-F238E27FC236}">
                <a16:creationId xmlns:a16="http://schemas.microsoft.com/office/drawing/2014/main" id="{00459A6C-8385-444F-8541-836EEF3A0F5F}"/>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707988"/>
                </a:solidFill>
                <a:latin typeface="Daki L"/>
                <a:ea typeface="Daki L"/>
                <a:cs typeface="Daki L"/>
              </a:defRPr>
            </a:pPr>
            <a:r>
              <a:rPr sz="1875" b="0" i="0">
                <a:solidFill>
                  <a:srgbClr val="707988"/>
                </a:solidFill>
                <a:latin typeface="Daki L"/>
                <a:ea typeface="Daki L"/>
                <a:cs typeface="Daki L"/>
              </a:rPr>
              <a:t>투자 기능을 연결하는 도구가 열리고 있습니다</a:t>
            </a:r>
          </a:p>
        </p:txBody>
      </p:sp>
    </p:spTree>
    <p:extLst>
      <p:ext uri="{BB962C8B-B14F-4D97-AF65-F5344CB8AC3E}">
        <p14:creationId xmlns:p14="http://schemas.microsoft.com/office/powerpoint/2010/main" val="14961493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1f2124ca0a04cf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6-text-001">
            <a:extLst xmlns:a="http://schemas.openxmlformats.org/drawingml/2006/main">
              <a:ext uri="{FF2B5EF4-FFF2-40B4-BE49-F238E27FC236}">
                <a16:creationId xmlns:a16="http://schemas.microsoft.com/office/drawing/2014/main" id="{DB6C7858-3FB1-4844-A13D-EC35A04A0802}"/>
              </a:ext>
            </a:extLst>
          </p:cNvPr>
          <p:cNvSpPr>
            <a:spLocks xmlns:a="http://schemas.openxmlformats.org/drawingml/2006/main" noGrp="1"/>
          </p:cNvSpPr>
          <p:nvPr/>
        </p:nvSpPr>
        <p:spPr>
          <a:xfrm xmlns:a="http://schemas.openxmlformats.org/drawingml/2006/main">
            <a:off x="9701213" y="4726067"/>
            <a:ext cx="7673340" cy="1169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i="0">
                <a:solidFill>
                  <a:srgbClr val="151820"/>
                </a:solidFill>
                <a:latin typeface="Daki L"/>
                <a:ea typeface="Daki L"/>
                <a:cs typeface="Daki L"/>
              </a:defRPr>
            </a:pPr>
            <a:r>
              <a:rPr sz="3375" b="0" i="0">
                <a:solidFill>
                  <a:srgbClr val="151820"/>
                </a:solidFill>
                <a:latin typeface="Daki L"/>
                <a:ea typeface="Daki L"/>
                <a:cs typeface="Daki L"/>
              </a:rPr>
              <a:t>“we’re laser focused on building the best product for the best engineers.”</a:t>
            </a:r>
          </a:p>
        </p:txBody>
      </p:sp>
      <p:sp>
        <p:nvSpPr>
          <p:cNvPr id="3" name="paper-06-text-002">
            <a:extLst xmlns:a="http://schemas.openxmlformats.org/drawingml/2006/main">
              <a:ext uri="{FF2B5EF4-FFF2-40B4-BE49-F238E27FC236}">
                <a16:creationId xmlns:a16="http://schemas.microsoft.com/office/drawing/2014/main" id="{52A23EAB-2102-4A95-AE0E-6D95A50EEA81}"/>
              </a:ext>
            </a:extLst>
          </p:cNvPr>
          <p:cNvSpPr>
            <a:spLocks xmlns:a="http://schemas.openxmlformats.org/drawingml/2006/main" noGrp="1"/>
          </p:cNvSpPr>
          <p:nvPr/>
        </p:nvSpPr>
        <p:spPr>
          <a:xfrm xmlns:a="http://schemas.openxmlformats.org/drawingml/2006/main">
            <a:off x="9701213" y="5874544"/>
            <a:ext cx="785321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6E7481"/>
                </a:solidFill>
                <a:latin typeface="Noto Sans KR"/>
                <a:ea typeface="Noto Sans KR"/>
                <a:cs typeface="Noto Sans KR"/>
              </a:defRPr>
            </a:pPr>
            <a:r>
              <a:rPr sz="1875" b="0" i="0">
                <a:solidFill>
                  <a:srgbClr val="6E7481"/>
                </a:solidFill>
                <a:latin typeface="Noto Sans KR"/>
                <a:ea typeface="Noto Sans KR"/>
                <a:cs typeface="Noto Sans KR"/>
              </a:rPr>
              <a:t>우리는 최고의 엔지니어를 위한 최고의 제품을 만드는 데 집중하고 있습니다.</a:t>
            </a:r>
          </a:p>
        </p:txBody>
      </p:sp>
      <p:sp>
        <p:nvSpPr>
          <p:cNvPr id="4" name="paper-06-text-003">
            <a:extLst xmlns:a="http://schemas.openxmlformats.org/drawingml/2006/main">
              <a:ext uri="{FF2B5EF4-FFF2-40B4-BE49-F238E27FC236}">
                <a16:creationId xmlns:a16="http://schemas.microsoft.com/office/drawing/2014/main" id="{D0886208-0E58-445C-B880-AAE7AB906D7B}"/>
              </a:ext>
            </a:extLst>
          </p:cNvPr>
          <p:cNvSpPr>
            <a:spLocks xmlns:a="http://schemas.openxmlformats.org/drawingml/2006/main" noGrp="1"/>
          </p:cNvSpPr>
          <p:nvPr/>
        </p:nvSpPr>
        <p:spPr>
          <a:xfrm xmlns:a="http://schemas.openxmlformats.org/drawingml/2006/main">
            <a:off x="9701213" y="6588919"/>
            <a:ext cx="7807494"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687486"/>
                </a:solidFill>
                <a:latin typeface="Noto Sans KR"/>
                <a:ea typeface="Noto Sans KR"/>
                <a:cs typeface="Noto Sans KR"/>
              </a:defRPr>
            </a:pPr>
            <a:r>
              <a:rPr sz="1425" b="0" i="0">
                <a:solidFill>
                  <a:srgbClr val="687486"/>
                </a:solidFill>
                <a:latin typeface="Noto Sans KR"/>
                <a:ea typeface="Noto Sans KR"/>
                <a:cs typeface="Noto Sans KR"/>
              </a:rPr>
              <a:t>Claude Code 창시자이자 개발 총괄, Boris Cherny</a:t>
            </a:r>
          </a:p>
        </p:txBody>
      </p:sp>
      <p:sp>
        <p:nvSpPr>
          <p:cNvPr id="5" name="paper-06-text-004">
            <a:extLst xmlns:a="http://schemas.openxmlformats.org/drawingml/2006/main">
              <a:ext uri="{FF2B5EF4-FFF2-40B4-BE49-F238E27FC236}">
                <a16:creationId xmlns:a16="http://schemas.microsoft.com/office/drawing/2014/main" id="{2FD3FFA5-CA37-4974-BD5F-BD3461AC343E}"/>
              </a:ext>
            </a:extLst>
          </p:cNvPr>
          <p:cNvSpPr>
            <a:spLocks xmlns:a="http://schemas.openxmlformats.org/drawingml/2006/main" noGrp="1"/>
          </p:cNvSpPr>
          <p:nvPr/>
        </p:nvSpPr>
        <p:spPr>
          <a:xfrm xmlns:a="http://schemas.openxmlformats.org/drawingml/2006/main">
            <a:off x="1019175" y="9744075"/>
            <a:ext cx="423061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7D8798"/>
                </a:solidFill>
                <a:latin typeface="Noto Sans KR"/>
                <a:ea typeface="Noto Sans KR"/>
                <a:cs typeface="Noto Sans KR"/>
              </a:defRPr>
            </a:pPr>
            <a:r>
              <a:rPr sz="1200" b="0" i="0">
                <a:solidFill>
                  <a:srgbClr val="7D8798"/>
                </a:solidFill>
                <a:latin typeface="Noto Sans KR"/>
                <a:ea typeface="Noto Sans KR"/>
                <a:cs typeface="Noto Sans KR"/>
              </a:rPr>
              <a:t>Every · AI &amp; I · 49:56–50:03 · 실제 재생 화면 캡처 · 7초 · 무음</a:t>
            </a:r>
          </a:p>
        </p:txBody>
      </p:sp>
      <p:sp>
        <p:nvSpPr>
          <p:cNvPr id="6" name="paper-06-text-005">
            <a:extLst xmlns:a="http://schemas.openxmlformats.org/drawingml/2006/main">
              <a:ext uri="{FF2B5EF4-FFF2-40B4-BE49-F238E27FC236}">
                <a16:creationId xmlns:a16="http://schemas.microsoft.com/office/drawing/2014/main" id="{BB491622-AB84-4D39-95A8-7A896754C108}"/>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151820"/>
                </a:solidFill>
                <a:latin typeface="Daki M Title"/>
                <a:ea typeface="Daki M Title"/>
                <a:cs typeface="Daki M Title"/>
              </a:defRPr>
            </a:pPr>
            <a:r>
              <a:rPr sz="4650" b="0" i="0">
                <a:solidFill>
                  <a:srgbClr val="151820"/>
                </a:solidFill>
                <a:latin typeface="Daki M Title"/>
                <a:ea typeface="Daki M Title"/>
                <a:cs typeface="Daki M Title"/>
              </a:rPr>
              <a:t>Claude Code가 집중하는 고객</a:t>
            </a:r>
          </a:p>
        </p:txBody>
      </p:sp>
      <p:sp>
        <p:nvSpPr>
          <p:cNvPr id="7" name="paper-06-text-006">
            <a:extLst xmlns:a="http://schemas.openxmlformats.org/drawingml/2006/main">
              <a:ext uri="{FF2B5EF4-FFF2-40B4-BE49-F238E27FC236}">
                <a16:creationId xmlns:a16="http://schemas.microsoft.com/office/drawing/2014/main" id="{461DF35D-D98C-48BD-A7A4-B831344C3E23}"/>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707988"/>
                </a:solidFill>
                <a:latin typeface="Daki L"/>
                <a:ea typeface="Daki L"/>
                <a:cs typeface="Daki L"/>
              </a:defRPr>
            </a:pPr>
            <a:r>
              <a:rPr sz="1875" b="0" i="0">
                <a:solidFill>
                  <a:srgbClr val="707988"/>
                </a:solidFill>
                <a:latin typeface="Daki L"/>
                <a:ea typeface="Daki L"/>
                <a:cs typeface="Daki L"/>
              </a:rPr>
              <a:t>최고의 엔지니어를 위한 최고의 제품</a:t>
            </a:r>
          </a:p>
        </p:txBody>
      </p:sp>
    </p:spTree>
    <p:extLst>
      <p:ext uri="{BB962C8B-B14F-4D97-AF65-F5344CB8AC3E}">
        <p14:creationId xmlns:p14="http://schemas.microsoft.com/office/powerpoint/2010/main" val="17394150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a24186fdcbe40d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7-text-001">
            <a:extLst xmlns:a="http://schemas.openxmlformats.org/drawingml/2006/main">
              <a:ext uri="{FF2B5EF4-FFF2-40B4-BE49-F238E27FC236}">
                <a16:creationId xmlns:a16="http://schemas.microsoft.com/office/drawing/2014/main" id="{6E78750F-BE37-4785-9A37-D79223B64328}"/>
              </a:ext>
            </a:extLst>
          </p:cNvPr>
          <p:cNvSpPr>
            <a:spLocks xmlns:a="http://schemas.openxmlformats.org/drawingml/2006/main" noGrp="1"/>
          </p:cNvSpPr>
          <p:nvPr/>
        </p:nvSpPr>
        <p:spPr>
          <a:xfrm xmlns:a="http://schemas.openxmlformats.org/drawingml/2006/main">
            <a:off x="0" y="1789357"/>
            <a:ext cx="2037795" cy="390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AUTHENTICATION</a:t>
            </a:r>
          </a:p>
        </p:txBody>
      </p:sp>
      <p:sp>
        <p:nvSpPr>
          <p:cNvPr id="3" name="paper-07-text-002">
            <a:extLst xmlns:a="http://schemas.openxmlformats.org/drawingml/2006/main">
              <a:ext uri="{FF2B5EF4-FFF2-40B4-BE49-F238E27FC236}">
                <a16:creationId xmlns:a16="http://schemas.microsoft.com/office/drawing/2014/main" id="{629AB6A7-5A0B-4F01-87F6-12BCA46E4182}"/>
              </a:ext>
            </a:extLst>
          </p:cNvPr>
          <p:cNvSpPr>
            <a:spLocks xmlns:a="http://schemas.openxmlformats.org/drawingml/2006/main" noGrp="1"/>
          </p:cNvSpPr>
          <p:nvPr/>
        </p:nvSpPr>
        <p:spPr>
          <a:xfrm xmlns:a="http://schemas.openxmlformats.org/drawingml/2006/main">
            <a:off x="0" y="2218678"/>
            <a:ext cx="267754" cy="2043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23" b="0" i="0">
                <a:solidFill>
                  <a:srgbClr val="9BC6FF"/>
                </a:solidFill>
                <a:latin typeface="Consolas"/>
                <a:ea typeface="Consolas"/>
                <a:cs typeface="Consolas"/>
              </a:defRPr>
            </a:pPr>
            <a:r>
              <a:rPr sz="923" b="0" i="0">
                <a:solidFill>
                  <a:srgbClr val="9BC6FF"/>
                </a:solidFill>
                <a:latin typeface="Consolas"/>
                <a:ea typeface="Consolas"/>
                <a:cs typeface="Consolas"/>
              </a:rPr>
              <a:t>◇</a:t>
            </a:r>
          </a:p>
        </p:txBody>
      </p:sp>
      <p:sp>
        <p:nvSpPr>
          <p:cNvPr id="4" name="paper-07-text-003">
            <a:extLst xmlns:a="http://schemas.openxmlformats.org/drawingml/2006/main">
              <a:ext uri="{FF2B5EF4-FFF2-40B4-BE49-F238E27FC236}">
                <a16:creationId xmlns:a16="http://schemas.microsoft.com/office/drawing/2014/main" id="{112F4F95-558F-46D6-91C4-3B8829FB9491}"/>
              </a:ext>
            </a:extLst>
          </p:cNvPr>
          <p:cNvSpPr>
            <a:spLocks xmlns:a="http://schemas.openxmlformats.org/drawingml/2006/main" noGrp="1"/>
          </p:cNvSpPr>
          <p:nvPr/>
        </p:nvSpPr>
        <p:spPr>
          <a:xfrm xmlns:a="http://schemas.openxmlformats.org/drawingml/2006/main">
            <a:off x="0" y="2058500"/>
            <a:ext cx="881106" cy="3518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27" b="0" i="0">
                <a:solidFill>
                  <a:srgbClr val="EDF4FF"/>
                </a:solidFill>
                <a:latin typeface="Noto Sans KR"/>
                <a:ea typeface="Noto Sans KR"/>
                <a:cs typeface="Noto Sans KR"/>
              </a:defRPr>
            </a:pPr>
            <a:r>
              <a:rPr sz="1327" b="0" i="0">
                <a:solidFill>
                  <a:srgbClr val="EDF4FF"/>
                </a:solidFill>
                <a:latin typeface="Noto Sans KR"/>
                <a:ea typeface="Noto Sans KR"/>
                <a:cs typeface="Noto Sans KR"/>
              </a:rPr>
              <a:t>인증과 권한</a:t>
            </a:r>
          </a:p>
        </p:txBody>
      </p:sp>
      <p:sp>
        <p:nvSpPr>
          <p:cNvPr id="5" name="paper-07-text-004">
            <a:extLst xmlns:a="http://schemas.openxmlformats.org/drawingml/2006/main">
              <a:ext uri="{FF2B5EF4-FFF2-40B4-BE49-F238E27FC236}">
                <a16:creationId xmlns:a16="http://schemas.microsoft.com/office/drawing/2014/main" id="{11A7A937-91DA-4CDC-BEF7-1555386653C1}"/>
              </a:ext>
            </a:extLst>
          </p:cNvPr>
          <p:cNvSpPr>
            <a:spLocks xmlns:a="http://schemas.openxmlformats.org/drawingml/2006/main" noGrp="1"/>
          </p:cNvSpPr>
          <p:nvPr/>
        </p:nvSpPr>
        <p:spPr>
          <a:xfrm xmlns:a="http://schemas.openxmlformats.org/drawingml/2006/main">
            <a:off x="0" y="2382760"/>
            <a:ext cx="1538540" cy="3629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A4C7ED"/>
                </a:solidFill>
                <a:latin typeface="Consolas"/>
                <a:ea typeface="Consolas"/>
                <a:cs typeface="Consolas"/>
              </a:defRPr>
            </a:pPr>
            <a:r>
              <a:rPr sz="765" b="0" i="0">
                <a:solidFill>
                  <a:srgbClr val="A4C7ED"/>
                </a:solidFill>
                <a:latin typeface="Consolas"/>
                <a:ea typeface="Consolas"/>
                <a:cs typeface="Consolas"/>
              </a:rPr>
              <a:t>access_token / refresh_token</a:t>
            </a:r>
          </a:p>
        </p:txBody>
      </p:sp>
      <p:sp>
        <p:nvSpPr>
          <p:cNvPr id="6" name="paper-07-text-005">
            <a:extLst xmlns:a="http://schemas.openxmlformats.org/drawingml/2006/main">
              <a:ext uri="{FF2B5EF4-FFF2-40B4-BE49-F238E27FC236}">
                <a16:creationId xmlns:a16="http://schemas.microsoft.com/office/drawing/2014/main" id="{1CC5DD2D-B4DC-462A-A659-61E74D3B746B}"/>
              </a:ext>
            </a:extLst>
          </p:cNvPr>
          <p:cNvSpPr>
            <a:spLocks xmlns:a="http://schemas.openxmlformats.org/drawingml/2006/main" noGrp="1"/>
          </p:cNvSpPr>
          <p:nvPr/>
        </p:nvSpPr>
        <p:spPr>
          <a:xfrm xmlns:a="http://schemas.openxmlformats.org/drawingml/2006/main">
            <a:off x="0" y="2513721"/>
            <a:ext cx="2042702" cy="428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8695AD"/>
                </a:solidFill>
                <a:latin typeface="Noto Sans KR"/>
                <a:ea typeface="Noto Sans KR"/>
                <a:cs typeface="Noto Sans KR"/>
              </a:defRPr>
            </a:pPr>
            <a:r>
              <a:rPr sz="765" b="0" i="0">
                <a:solidFill>
                  <a:srgbClr val="8695AD"/>
                </a:solidFill>
                <a:latin typeface="Noto Sans KR"/>
                <a:ea typeface="Noto Sans KR"/>
                <a:cs typeface="Noto Sans KR"/>
              </a:rPr>
              <a:t>키 관리 · 만료 · 권한</a:t>
            </a:r>
          </a:p>
        </p:txBody>
      </p:sp>
      <p:sp>
        <p:nvSpPr>
          <p:cNvPr id="7" name="paper-07-text-006">
            <a:extLst xmlns:a="http://schemas.openxmlformats.org/drawingml/2006/main">
              <a:ext uri="{FF2B5EF4-FFF2-40B4-BE49-F238E27FC236}">
                <a16:creationId xmlns:a16="http://schemas.microsoft.com/office/drawing/2014/main" id="{72A5243E-0164-4F1F-A73B-B153C2D0BA49}"/>
              </a:ext>
            </a:extLst>
          </p:cNvPr>
          <p:cNvSpPr>
            <a:spLocks xmlns:a="http://schemas.openxmlformats.org/drawingml/2006/main" noGrp="1"/>
          </p:cNvSpPr>
          <p:nvPr/>
        </p:nvSpPr>
        <p:spPr>
          <a:xfrm xmlns:a="http://schemas.openxmlformats.org/drawingml/2006/main">
            <a:off x="13749840" y="1221644"/>
            <a:ext cx="1959306" cy="307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CONCURRENCY</a:t>
            </a:r>
          </a:p>
        </p:txBody>
      </p:sp>
      <p:sp>
        <p:nvSpPr>
          <p:cNvPr id="8" name="paper-07-text-007">
            <a:extLst xmlns:a="http://schemas.openxmlformats.org/drawingml/2006/main">
              <a:ext uri="{FF2B5EF4-FFF2-40B4-BE49-F238E27FC236}">
                <a16:creationId xmlns:a16="http://schemas.microsoft.com/office/drawing/2014/main" id="{88D961F1-25FF-4FAA-849E-D14362322FA8}"/>
              </a:ext>
            </a:extLst>
          </p:cNvPr>
          <p:cNvSpPr>
            <a:spLocks xmlns:a="http://schemas.openxmlformats.org/drawingml/2006/main" noGrp="1"/>
          </p:cNvSpPr>
          <p:nvPr/>
        </p:nvSpPr>
        <p:spPr>
          <a:xfrm xmlns:a="http://schemas.openxmlformats.org/drawingml/2006/main">
            <a:off x="13783204" y="1418831"/>
            <a:ext cx="326505" cy="206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85" b="0" i="0">
                <a:solidFill>
                  <a:srgbClr val="9BC6FF"/>
                </a:solidFill>
                <a:latin typeface="Consolas"/>
                <a:ea typeface="Consolas"/>
                <a:cs typeface="Consolas"/>
              </a:defRPr>
            </a:pPr>
            <a:r>
              <a:rPr sz="885" b="0" i="0">
                <a:solidFill>
                  <a:srgbClr val="9BC6FF"/>
                </a:solidFill>
                <a:latin typeface="Consolas"/>
                <a:ea typeface="Consolas"/>
                <a:cs typeface="Consolas"/>
              </a:rPr>
              <a:t>□—□</a:t>
            </a:r>
          </a:p>
        </p:txBody>
      </p:sp>
      <p:sp>
        <p:nvSpPr>
          <p:cNvPr id="9" name="paper-07-text-008">
            <a:extLst xmlns:a="http://schemas.openxmlformats.org/drawingml/2006/main">
              <a:ext uri="{FF2B5EF4-FFF2-40B4-BE49-F238E27FC236}">
                <a16:creationId xmlns:a16="http://schemas.microsoft.com/office/drawing/2014/main" id="{B3A3D2CA-4886-43B7-A9BD-98DED0B63022}"/>
              </a:ext>
            </a:extLst>
          </p:cNvPr>
          <p:cNvSpPr>
            <a:spLocks xmlns:a="http://schemas.openxmlformats.org/drawingml/2006/main" noGrp="1"/>
          </p:cNvSpPr>
          <p:nvPr/>
        </p:nvSpPr>
        <p:spPr>
          <a:xfrm xmlns:a="http://schemas.openxmlformats.org/drawingml/2006/main">
            <a:off x="14120028" y="1421262"/>
            <a:ext cx="973657" cy="318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EDF4FF"/>
                </a:solidFill>
                <a:latin typeface="Noto Sans KR"/>
                <a:ea typeface="Noto Sans KR"/>
                <a:cs typeface="Noto Sans KR"/>
              </a:defRPr>
            </a:pPr>
            <a:r>
              <a:rPr sz="1275" b="0" i="0">
                <a:solidFill>
                  <a:srgbClr val="EDF4FF"/>
                </a:solidFill>
                <a:latin typeface="Noto Sans KR"/>
                <a:ea typeface="Noto Sans KR"/>
                <a:cs typeface="Noto Sans KR"/>
              </a:rPr>
              <a:t>비동기 처리</a:t>
            </a:r>
          </a:p>
        </p:txBody>
      </p:sp>
      <p:sp>
        <p:nvSpPr>
          <p:cNvPr id="10" name="paper-07-text-009">
            <a:extLst xmlns:a="http://schemas.openxmlformats.org/drawingml/2006/main">
              <a:ext uri="{FF2B5EF4-FFF2-40B4-BE49-F238E27FC236}">
                <a16:creationId xmlns:a16="http://schemas.microsoft.com/office/drawing/2014/main" id="{82FA42A7-4A7E-4E25-A5AD-87DF07694CD5}"/>
              </a:ext>
            </a:extLst>
          </p:cNvPr>
          <p:cNvSpPr>
            <a:spLocks xmlns:a="http://schemas.openxmlformats.org/drawingml/2006/main" noGrp="1"/>
          </p:cNvSpPr>
          <p:nvPr/>
        </p:nvSpPr>
        <p:spPr>
          <a:xfrm xmlns:a="http://schemas.openxmlformats.org/drawingml/2006/main">
            <a:off x="13701496" y="1733878"/>
            <a:ext cx="1275240" cy="26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A4C7ED"/>
                </a:solidFill>
                <a:latin typeface="Consolas"/>
                <a:ea typeface="Consolas"/>
                <a:cs typeface="Consolas"/>
              </a:defRPr>
            </a:pPr>
            <a:r>
              <a:rPr sz="735" b="0" i="0">
                <a:solidFill>
                  <a:srgbClr val="A4C7ED"/>
                </a:solidFill>
                <a:latin typeface="Consolas"/>
                <a:ea typeface="Consolas"/>
                <a:cs typeface="Consolas"/>
              </a:rPr>
              <a:t>Promise.all / event loop</a:t>
            </a:r>
          </a:p>
        </p:txBody>
      </p:sp>
      <p:sp>
        <p:nvSpPr>
          <p:cNvPr id="11" name="paper-07-text-010">
            <a:extLst xmlns:a="http://schemas.openxmlformats.org/drawingml/2006/main">
              <a:ext uri="{FF2B5EF4-FFF2-40B4-BE49-F238E27FC236}">
                <a16:creationId xmlns:a16="http://schemas.microsoft.com/office/drawing/2014/main" id="{04702AAC-0374-48C7-9C7D-B38775B14A6D}"/>
              </a:ext>
            </a:extLst>
          </p:cNvPr>
          <p:cNvSpPr>
            <a:spLocks xmlns:a="http://schemas.openxmlformats.org/drawingml/2006/main" noGrp="1"/>
          </p:cNvSpPr>
          <p:nvPr/>
        </p:nvSpPr>
        <p:spPr>
          <a:xfrm xmlns:a="http://schemas.openxmlformats.org/drawingml/2006/main">
            <a:off x="13685525" y="1909365"/>
            <a:ext cx="1961034" cy="325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8695AD"/>
                </a:solidFill>
                <a:latin typeface="Noto Sans KR"/>
                <a:ea typeface="Noto Sans KR"/>
                <a:cs typeface="Noto Sans KR"/>
              </a:defRPr>
            </a:pPr>
            <a:r>
              <a:rPr sz="735" b="0" i="0">
                <a:solidFill>
                  <a:srgbClr val="8695AD"/>
                </a:solidFill>
                <a:latin typeface="Noto Sans KR"/>
                <a:ea typeface="Noto Sans KR"/>
                <a:cs typeface="Noto Sans KR"/>
              </a:rPr>
              <a:t>동시 요청 · 순서 · 대기</a:t>
            </a:r>
          </a:p>
        </p:txBody>
      </p:sp>
      <p:sp>
        <p:nvSpPr>
          <p:cNvPr id="12" name="paper-07-text-011">
            <a:extLst xmlns:a="http://schemas.openxmlformats.org/drawingml/2006/main">
              <a:ext uri="{FF2B5EF4-FFF2-40B4-BE49-F238E27FC236}">
                <a16:creationId xmlns:a16="http://schemas.microsoft.com/office/drawing/2014/main" id="{E73389E7-B008-4605-8A5E-CC56AAF72FA9}"/>
              </a:ext>
            </a:extLst>
          </p:cNvPr>
          <p:cNvSpPr>
            <a:spLocks xmlns:a="http://schemas.openxmlformats.org/drawingml/2006/main" noGrp="1"/>
          </p:cNvSpPr>
          <p:nvPr/>
        </p:nvSpPr>
        <p:spPr>
          <a:xfrm xmlns:a="http://schemas.openxmlformats.org/drawingml/2006/main">
            <a:off x="4065066" y="971150"/>
            <a:ext cx="1959307" cy="307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ENVIRONMENT</a:t>
            </a:r>
          </a:p>
        </p:txBody>
      </p:sp>
      <p:sp>
        <p:nvSpPr>
          <p:cNvPr id="13" name="paper-07-text-012">
            <a:extLst xmlns:a="http://schemas.openxmlformats.org/drawingml/2006/main">
              <a:ext uri="{FF2B5EF4-FFF2-40B4-BE49-F238E27FC236}">
                <a16:creationId xmlns:a16="http://schemas.microsoft.com/office/drawing/2014/main" id="{AD65F052-D11D-41BC-8DA8-86409DF1D7F5}"/>
              </a:ext>
            </a:extLst>
          </p:cNvPr>
          <p:cNvSpPr>
            <a:spLocks xmlns:a="http://schemas.openxmlformats.org/drawingml/2006/main" noGrp="1"/>
          </p:cNvSpPr>
          <p:nvPr/>
        </p:nvSpPr>
        <p:spPr>
          <a:xfrm xmlns:a="http://schemas.openxmlformats.org/drawingml/2006/main">
            <a:off x="4475397" y="1214727"/>
            <a:ext cx="825293" cy="304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EDF4FF"/>
                </a:solidFill>
                <a:latin typeface="Noto Sans KR"/>
                <a:ea typeface="Noto Sans KR"/>
                <a:cs typeface="Noto Sans KR"/>
              </a:defRPr>
            </a:pPr>
            <a:r>
              <a:rPr sz="1275" b="0" i="0">
                <a:solidFill>
                  <a:srgbClr val="EDF4FF"/>
                </a:solidFill>
                <a:latin typeface="Noto Sans KR"/>
                <a:ea typeface="Noto Sans KR"/>
                <a:cs typeface="Noto Sans KR"/>
              </a:rPr>
              <a:t>환경 구성</a:t>
            </a:r>
          </a:p>
        </p:txBody>
      </p:sp>
      <p:sp>
        <p:nvSpPr>
          <p:cNvPr id="14" name="paper-07-text-013">
            <a:extLst xmlns:a="http://schemas.openxmlformats.org/drawingml/2006/main">
              <a:ext uri="{FF2B5EF4-FFF2-40B4-BE49-F238E27FC236}">
                <a16:creationId xmlns:a16="http://schemas.microsoft.com/office/drawing/2014/main" id="{FACD64C5-8849-4215-8BBF-A67C9B6A6A39}"/>
              </a:ext>
            </a:extLst>
          </p:cNvPr>
          <p:cNvSpPr>
            <a:spLocks xmlns:a="http://schemas.openxmlformats.org/drawingml/2006/main" noGrp="1"/>
          </p:cNvSpPr>
          <p:nvPr/>
        </p:nvSpPr>
        <p:spPr>
          <a:xfrm xmlns:a="http://schemas.openxmlformats.org/drawingml/2006/main">
            <a:off x="4111683" y="1555102"/>
            <a:ext cx="1172971" cy="254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A4C7ED"/>
                </a:solidFill>
                <a:latin typeface="Consolas"/>
                <a:ea typeface="Consolas"/>
                <a:cs typeface="Consolas"/>
              </a:defRPr>
            </a:pPr>
            <a:r>
              <a:rPr sz="735" b="0" i="0">
                <a:solidFill>
                  <a:srgbClr val="A4C7ED"/>
                </a:solidFill>
                <a:latin typeface="Consolas"/>
                <a:ea typeface="Consolas"/>
                <a:cs typeface="Consolas"/>
              </a:rPr>
              <a:t>PATH / .env / packages</a:t>
            </a:r>
          </a:p>
        </p:txBody>
      </p:sp>
      <p:sp>
        <p:nvSpPr>
          <p:cNvPr id="15" name="paper-07-text-014">
            <a:extLst xmlns:a="http://schemas.openxmlformats.org/drawingml/2006/main">
              <a:ext uri="{FF2B5EF4-FFF2-40B4-BE49-F238E27FC236}">
                <a16:creationId xmlns:a16="http://schemas.microsoft.com/office/drawing/2014/main" id="{5E420D51-5E3C-45F6-9179-EDB82B0B7D44}"/>
              </a:ext>
            </a:extLst>
          </p:cNvPr>
          <p:cNvSpPr>
            <a:spLocks xmlns:a="http://schemas.openxmlformats.org/drawingml/2006/main" noGrp="1"/>
          </p:cNvSpPr>
          <p:nvPr/>
        </p:nvSpPr>
        <p:spPr>
          <a:xfrm xmlns:a="http://schemas.openxmlformats.org/drawingml/2006/main">
            <a:off x="4127654" y="1658870"/>
            <a:ext cx="1961034" cy="3259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8695AD"/>
                </a:solidFill>
                <a:latin typeface="Noto Sans KR"/>
                <a:ea typeface="Noto Sans KR"/>
                <a:cs typeface="Noto Sans KR"/>
              </a:defRPr>
            </a:pPr>
            <a:r>
              <a:rPr sz="735" b="0" i="0">
                <a:solidFill>
                  <a:srgbClr val="8695AD"/>
                </a:solidFill>
                <a:latin typeface="Noto Sans KR"/>
                <a:ea typeface="Noto Sans KR"/>
                <a:cs typeface="Noto Sans KR"/>
              </a:rPr>
              <a:t>의존성 · 버전 · 설치</a:t>
            </a:r>
          </a:p>
        </p:txBody>
      </p:sp>
      <p:sp>
        <p:nvSpPr>
          <p:cNvPr id="16" name="paper-07-text-015">
            <a:extLst xmlns:a="http://schemas.openxmlformats.org/drawingml/2006/main">
              <a:ext uri="{FF2B5EF4-FFF2-40B4-BE49-F238E27FC236}">
                <a16:creationId xmlns:a16="http://schemas.microsoft.com/office/drawing/2014/main" id="{87E1A62E-D93E-4C37-9CAB-C0341076C2DF}"/>
              </a:ext>
            </a:extLst>
          </p:cNvPr>
          <p:cNvSpPr>
            <a:spLocks xmlns:a="http://schemas.openxmlformats.org/drawingml/2006/main" noGrp="1"/>
          </p:cNvSpPr>
          <p:nvPr/>
        </p:nvSpPr>
        <p:spPr>
          <a:xfrm xmlns:a="http://schemas.openxmlformats.org/drawingml/2006/main">
            <a:off x="10416392" y="1293360"/>
            <a:ext cx="1830313" cy="1662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STREAMING</a:t>
            </a:r>
          </a:p>
        </p:txBody>
      </p:sp>
      <p:sp>
        <p:nvSpPr>
          <p:cNvPr id="17" name="paper-07-text-016">
            <a:extLst xmlns:a="http://schemas.openxmlformats.org/drawingml/2006/main">
              <a:ext uri="{FF2B5EF4-FFF2-40B4-BE49-F238E27FC236}">
                <a16:creationId xmlns:a16="http://schemas.microsoft.com/office/drawing/2014/main" id="{21801E65-7515-427E-BBEA-C2592960273E}"/>
              </a:ext>
            </a:extLst>
          </p:cNvPr>
          <p:cNvSpPr>
            <a:spLocks xmlns:a="http://schemas.openxmlformats.org/drawingml/2006/main" noGrp="1"/>
          </p:cNvSpPr>
          <p:nvPr/>
        </p:nvSpPr>
        <p:spPr>
          <a:xfrm xmlns:a="http://schemas.openxmlformats.org/drawingml/2006/main">
            <a:off x="10462873" y="1478103"/>
            <a:ext cx="285690" cy="174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i="0">
                <a:solidFill>
                  <a:srgbClr val="9BC6FF"/>
                </a:solidFill>
                <a:latin typeface="Consolas"/>
                <a:ea typeface="Consolas"/>
                <a:cs typeface="Consolas"/>
              </a:defRPr>
            </a:pPr>
            <a:r>
              <a:rPr sz="788" b="0" i="0">
                <a:solidFill>
                  <a:srgbClr val="9BC6FF"/>
                </a:solidFill>
                <a:latin typeface="Consolas"/>
                <a:ea typeface="Consolas"/>
                <a:cs typeface="Consolas"/>
              </a:rPr>
              <a:t>□—□</a:t>
            </a:r>
          </a:p>
        </p:txBody>
      </p:sp>
      <p:sp>
        <p:nvSpPr>
          <p:cNvPr id="18" name="paper-07-text-017">
            <a:extLst xmlns:a="http://schemas.openxmlformats.org/drawingml/2006/main">
              <a:ext uri="{FF2B5EF4-FFF2-40B4-BE49-F238E27FC236}">
                <a16:creationId xmlns:a16="http://schemas.microsoft.com/office/drawing/2014/main" id="{0774CA05-4CA5-4A89-92EA-5AF92A2C4C00}"/>
              </a:ext>
            </a:extLst>
          </p:cNvPr>
          <p:cNvSpPr>
            <a:spLocks xmlns:a="http://schemas.openxmlformats.org/drawingml/2006/main" noGrp="1"/>
          </p:cNvSpPr>
          <p:nvPr/>
        </p:nvSpPr>
        <p:spPr>
          <a:xfrm xmlns:a="http://schemas.openxmlformats.org/drawingml/2006/main">
            <a:off x="10766771" y="1455379"/>
            <a:ext cx="864088" cy="242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40" b="0" i="0">
                <a:solidFill>
                  <a:srgbClr val="EDF4FF"/>
                </a:solidFill>
                <a:latin typeface="Noto Sans KR"/>
                <a:ea typeface="Noto Sans KR"/>
                <a:cs typeface="Noto Sans KR"/>
              </a:defRPr>
            </a:pPr>
            <a:r>
              <a:rPr sz="1140" b="0" i="0">
                <a:solidFill>
                  <a:srgbClr val="EDF4FF"/>
                </a:solidFill>
                <a:latin typeface="Noto Sans KR"/>
                <a:ea typeface="Noto Sans KR"/>
                <a:cs typeface="Noto Sans KR"/>
              </a:rPr>
              <a:t>실시간 구독</a:t>
            </a:r>
          </a:p>
        </p:txBody>
      </p:sp>
      <p:sp>
        <p:nvSpPr>
          <p:cNvPr id="19" name="paper-07-text-018">
            <a:extLst xmlns:a="http://schemas.openxmlformats.org/drawingml/2006/main">
              <a:ext uri="{FF2B5EF4-FFF2-40B4-BE49-F238E27FC236}">
                <a16:creationId xmlns:a16="http://schemas.microsoft.com/office/drawing/2014/main" id="{624D5E3C-51F4-4558-A508-ACCEB1CE10C2}"/>
              </a:ext>
            </a:extLst>
          </p:cNvPr>
          <p:cNvSpPr>
            <a:spLocks xmlns:a="http://schemas.openxmlformats.org/drawingml/2006/main" noGrp="1"/>
          </p:cNvSpPr>
          <p:nvPr/>
        </p:nvSpPr>
        <p:spPr>
          <a:xfrm xmlns:a="http://schemas.openxmlformats.org/drawingml/2006/main">
            <a:off x="10406995" y="1763719"/>
            <a:ext cx="1106167" cy="171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75" b="0" i="0">
                <a:solidFill>
                  <a:srgbClr val="A4C7ED"/>
                </a:solidFill>
                <a:latin typeface="Consolas"/>
                <a:ea typeface="Consolas"/>
                <a:cs typeface="Consolas"/>
              </a:defRPr>
            </a:pPr>
            <a:r>
              <a:rPr sz="675" b="0" i="0">
                <a:solidFill>
                  <a:srgbClr val="A4C7ED"/>
                </a:solidFill>
                <a:latin typeface="Consolas"/>
                <a:ea typeface="Consolas"/>
                <a:cs typeface="Consolas"/>
              </a:rPr>
              <a:t>WebSocket / reconnect</a:t>
            </a:r>
          </a:p>
        </p:txBody>
      </p:sp>
      <p:sp>
        <p:nvSpPr>
          <p:cNvPr id="20" name="paper-07-text-019">
            <a:extLst xmlns:a="http://schemas.openxmlformats.org/drawingml/2006/main">
              <a:ext uri="{FF2B5EF4-FFF2-40B4-BE49-F238E27FC236}">
                <a16:creationId xmlns:a16="http://schemas.microsoft.com/office/drawing/2014/main" id="{E456709A-DBB2-4B74-BBF4-AF810E00DC7D}"/>
              </a:ext>
            </a:extLst>
          </p:cNvPr>
          <p:cNvSpPr>
            <a:spLocks xmlns:a="http://schemas.openxmlformats.org/drawingml/2006/main" noGrp="1"/>
          </p:cNvSpPr>
          <p:nvPr/>
        </p:nvSpPr>
        <p:spPr>
          <a:xfrm xmlns:a="http://schemas.openxmlformats.org/drawingml/2006/main">
            <a:off x="10403741" y="1933203"/>
            <a:ext cx="1830679" cy="185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75" b="0" i="0">
                <a:solidFill>
                  <a:srgbClr val="8695AD"/>
                </a:solidFill>
                <a:latin typeface="Noto Sans KR"/>
                <a:ea typeface="Noto Sans KR"/>
                <a:cs typeface="Noto Sans KR"/>
              </a:defRPr>
            </a:pPr>
            <a:r>
              <a:rPr sz="675" b="0" i="0">
                <a:solidFill>
                  <a:srgbClr val="8695AD"/>
                </a:solidFill>
                <a:latin typeface="Noto Sans KR"/>
                <a:ea typeface="Noto Sans KR"/>
                <a:cs typeface="Noto Sans KR"/>
              </a:rPr>
              <a:t>연결 유지 · 이벤트 처리</a:t>
            </a:r>
          </a:p>
        </p:txBody>
      </p:sp>
      <p:sp>
        <p:nvSpPr>
          <p:cNvPr id="21" name="paper-07-text-020">
            <a:extLst xmlns:a="http://schemas.openxmlformats.org/drawingml/2006/main">
              <a:ext uri="{FF2B5EF4-FFF2-40B4-BE49-F238E27FC236}">
                <a16:creationId xmlns:a16="http://schemas.microsoft.com/office/drawing/2014/main" id="{EFE8E118-51D9-46A4-B3BE-48E6BE760534}"/>
              </a:ext>
            </a:extLst>
          </p:cNvPr>
          <p:cNvSpPr>
            <a:spLocks xmlns:a="http://schemas.openxmlformats.org/drawingml/2006/main" noGrp="1"/>
          </p:cNvSpPr>
          <p:nvPr/>
        </p:nvSpPr>
        <p:spPr>
          <a:xfrm xmlns:a="http://schemas.openxmlformats.org/drawingml/2006/main">
            <a:off x="16616815" y="2852894"/>
            <a:ext cx="1671185" cy="3400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OBSERVABILITY</a:t>
            </a:r>
          </a:p>
        </p:txBody>
      </p:sp>
      <p:sp>
        <p:nvSpPr>
          <p:cNvPr id="22" name="paper-07-text-021">
            <a:extLst xmlns:a="http://schemas.openxmlformats.org/drawingml/2006/main">
              <a:ext uri="{FF2B5EF4-FFF2-40B4-BE49-F238E27FC236}">
                <a16:creationId xmlns:a16="http://schemas.microsoft.com/office/drawing/2014/main" id="{CD2E8E98-04F3-4D39-BEED-9099CB8791B2}"/>
              </a:ext>
            </a:extLst>
          </p:cNvPr>
          <p:cNvSpPr>
            <a:spLocks xmlns:a="http://schemas.openxmlformats.org/drawingml/2006/main" noGrp="1"/>
          </p:cNvSpPr>
          <p:nvPr/>
        </p:nvSpPr>
        <p:spPr>
          <a:xfrm xmlns:a="http://schemas.openxmlformats.org/drawingml/2006/main">
            <a:off x="17016009" y="3064867"/>
            <a:ext cx="891716" cy="3345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80" b="0" i="0">
                <a:solidFill>
                  <a:srgbClr val="EDF4FF"/>
                </a:solidFill>
                <a:latin typeface="Noto Sans KR"/>
                <a:ea typeface="Noto Sans KR"/>
                <a:cs typeface="Noto Sans KR"/>
              </a:defRPr>
            </a:pPr>
            <a:r>
              <a:rPr sz="1380" b="0" i="0">
                <a:solidFill>
                  <a:srgbClr val="EDF4FF"/>
                </a:solidFill>
                <a:latin typeface="Noto Sans KR"/>
                <a:ea typeface="Noto Sans KR"/>
                <a:cs typeface="Noto Sans KR"/>
              </a:rPr>
              <a:t>로그 분석</a:t>
            </a:r>
          </a:p>
        </p:txBody>
      </p:sp>
      <p:sp>
        <p:nvSpPr>
          <p:cNvPr id="23" name="paper-07-text-022">
            <a:extLst xmlns:a="http://schemas.openxmlformats.org/drawingml/2006/main">
              <a:ext uri="{FF2B5EF4-FFF2-40B4-BE49-F238E27FC236}">
                <a16:creationId xmlns:a16="http://schemas.microsoft.com/office/drawing/2014/main" id="{6FB4C808-9CE9-44D3-97D7-5309C028A313}"/>
              </a:ext>
            </a:extLst>
          </p:cNvPr>
          <p:cNvSpPr>
            <a:spLocks xmlns:a="http://schemas.openxmlformats.org/drawingml/2006/main" noGrp="1"/>
          </p:cNvSpPr>
          <p:nvPr/>
        </p:nvSpPr>
        <p:spPr>
          <a:xfrm xmlns:a="http://schemas.openxmlformats.org/drawingml/2006/main">
            <a:off x="16558368" y="3400539"/>
            <a:ext cx="1100875" cy="275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 b="0" i="0">
                <a:solidFill>
                  <a:srgbClr val="A4C7ED"/>
                </a:solidFill>
                <a:latin typeface="Consolas"/>
                <a:ea typeface="Consolas"/>
                <a:cs typeface="Consolas"/>
              </a:defRPr>
            </a:pPr>
            <a:r>
              <a:rPr sz="795" b="0" i="0">
                <a:solidFill>
                  <a:srgbClr val="A4C7ED"/>
                </a:solidFill>
                <a:latin typeface="Consolas"/>
                <a:ea typeface="Consolas"/>
                <a:cs typeface="Consolas"/>
              </a:rPr>
              <a:t>INFO → WARN → ERROR</a:t>
            </a:r>
          </a:p>
        </p:txBody>
      </p:sp>
      <p:sp>
        <p:nvSpPr>
          <p:cNvPr id="24" name="paper-07-text-023">
            <a:extLst xmlns:a="http://schemas.openxmlformats.org/drawingml/2006/main">
              <a:ext uri="{FF2B5EF4-FFF2-40B4-BE49-F238E27FC236}">
                <a16:creationId xmlns:a16="http://schemas.microsoft.com/office/drawing/2014/main" id="{AD04B050-6E58-45D9-8748-65A9346674C1}"/>
              </a:ext>
            </a:extLst>
          </p:cNvPr>
          <p:cNvSpPr>
            <a:spLocks xmlns:a="http://schemas.openxmlformats.org/drawingml/2006/main" noGrp="1"/>
          </p:cNvSpPr>
          <p:nvPr/>
        </p:nvSpPr>
        <p:spPr>
          <a:xfrm xmlns:a="http://schemas.openxmlformats.org/drawingml/2006/main">
            <a:off x="16538414" y="3600464"/>
            <a:ext cx="1749586" cy="37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 b="0" i="0">
                <a:solidFill>
                  <a:srgbClr val="8695AD"/>
                </a:solidFill>
                <a:latin typeface="Noto Sans KR"/>
                <a:ea typeface="Noto Sans KR"/>
                <a:cs typeface="Noto Sans KR"/>
              </a:defRPr>
            </a:pPr>
            <a:r>
              <a:rPr sz="795" b="0" i="0">
                <a:solidFill>
                  <a:srgbClr val="8695AD"/>
                </a:solidFill>
                <a:latin typeface="Noto Sans KR"/>
                <a:ea typeface="Noto Sans KR"/>
                <a:cs typeface="Noto Sans KR"/>
              </a:rPr>
              <a:t>이력 · 추적 · 진단</a:t>
            </a:r>
          </a:p>
        </p:txBody>
      </p:sp>
      <p:sp>
        <p:nvSpPr>
          <p:cNvPr id="25" name="paper-07-text-024">
            <a:extLst xmlns:a="http://schemas.openxmlformats.org/drawingml/2006/main">
              <a:ext uri="{FF2B5EF4-FFF2-40B4-BE49-F238E27FC236}">
                <a16:creationId xmlns:a16="http://schemas.microsoft.com/office/drawing/2014/main" id="{C5301440-C864-4277-B383-3080BB908200}"/>
              </a:ext>
            </a:extLst>
          </p:cNvPr>
          <p:cNvSpPr>
            <a:spLocks xmlns:a="http://schemas.openxmlformats.org/drawingml/2006/main" noGrp="1"/>
          </p:cNvSpPr>
          <p:nvPr/>
        </p:nvSpPr>
        <p:spPr>
          <a:xfrm xmlns:a="http://schemas.openxmlformats.org/drawingml/2006/main">
            <a:off x="16828040" y="7457318"/>
            <a:ext cx="1459960" cy="3639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SECURITY</a:t>
            </a:r>
          </a:p>
        </p:txBody>
      </p:sp>
      <p:sp>
        <p:nvSpPr>
          <p:cNvPr id="26" name="paper-07-text-025">
            <a:extLst xmlns:a="http://schemas.openxmlformats.org/drawingml/2006/main">
              <a:ext uri="{FF2B5EF4-FFF2-40B4-BE49-F238E27FC236}">
                <a16:creationId xmlns:a16="http://schemas.microsoft.com/office/drawing/2014/main" id="{477FBEE7-D1AD-43F6-8430-60E0F35623EF}"/>
              </a:ext>
            </a:extLst>
          </p:cNvPr>
          <p:cNvSpPr>
            <a:spLocks xmlns:a="http://schemas.openxmlformats.org/drawingml/2006/main" noGrp="1"/>
          </p:cNvSpPr>
          <p:nvPr/>
        </p:nvSpPr>
        <p:spPr>
          <a:xfrm xmlns:a="http://schemas.openxmlformats.org/drawingml/2006/main">
            <a:off x="16884822" y="7658330"/>
            <a:ext cx="242997" cy="1838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i="0">
                <a:solidFill>
                  <a:srgbClr val="9BC6FF"/>
                </a:solidFill>
                <a:latin typeface="Consolas"/>
                <a:ea typeface="Consolas"/>
                <a:cs typeface="Consolas"/>
              </a:defRPr>
            </a:pPr>
            <a:r>
              <a:rPr sz="825" b="0" i="0">
                <a:solidFill>
                  <a:srgbClr val="9BC6FF"/>
                </a:solidFill>
                <a:latin typeface="Consolas"/>
                <a:ea typeface="Consolas"/>
                <a:cs typeface="Consolas"/>
              </a:rPr>
              <a:t>◇</a:t>
            </a:r>
          </a:p>
        </p:txBody>
      </p:sp>
      <p:sp>
        <p:nvSpPr>
          <p:cNvPr id="27" name="paper-07-text-026">
            <a:extLst xmlns:a="http://schemas.openxmlformats.org/drawingml/2006/main">
              <a:ext uri="{FF2B5EF4-FFF2-40B4-BE49-F238E27FC236}">
                <a16:creationId xmlns:a16="http://schemas.microsoft.com/office/drawing/2014/main" id="{BD93CDC0-18A4-4389-BD60-82F3BE3D0031}"/>
              </a:ext>
            </a:extLst>
          </p:cNvPr>
          <p:cNvSpPr>
            <a:spLocks xmlns:a="http://schemas.openxmlformats.org/drawingml/2006/main" noGrp="1"/>
          </p:cNvSpPr>
          <p:nvPr/>
        </p:nvSpPr>
        <p:spPr>
          <a:xfrm xmlns:a="http://schemas.openxmlformats.org/drawingml/2006/main">
            <a:off x="17164069" y="7666740"/>
            <a:ext cx="460227" cy="2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93" b="0" i="0">
                <a:solidFill>
                  <a:srgbClr val="EDF4FF"/>
                </a:solidFill>
                <a:latin typeface="Noto Sans KR"/>
                <a:ea typeface="Noto Sans KR"/>
                <a:cs typeface="Noto Sans KR"/>
              </a:defRPr>
            </a:pPr>
            <a:r>
              <a:rPr sz="1193" b="0" i="0">
                <a:solidFill>
                  <a:srgbClr val="EDF4FF"/>
                </a:solidFill>
                <a:latin typeface="Noto Sans KR"/>
                <a:ea typeface="Noto Sans KR"/>
                <a:cs typeface="Noto Sans KR"/>
              </a:rPr>
              <a:t>보안</a:t>
            </a:r>
          </a:p>
        </p:txBody>
      </p:sp>
      <p:sp>
        <p:nvSpPr>
          <p:cNvPr id="28" name="paper-07-text-027">
            <a:extLst xmlns:a="http://schemas.openxmlformats.org/drawingml/2006/main">
              <a:ext uri="{FF2B5EF4-FFF2-40B4-BE49-F238E27FC236}">
                <a16:creationId xmlns:a16="http://schemas.microsoft.com/office/drawing/2014/main" id="{ACF1D647-28BD-4362-B6BB-7B70878241BC}"/>
              </a:ext>
            </a:extLst>
          </p:cNvPr>
          <p:cNvSpPr>
            <a:spLocks xmlns:a="http://schemas.openxmlformats.org/drawingml/2006/main" noGrp="1"/>
          </p:cNvSpPr>
          <p:nvPr/>
        </p:nvSpPr>
        <p:spPr>
          <a:xfrm xmlns:a="http://schemas.openxmlformats.org/drawingml/2006/main">
            <a:off x="16762676" y="7941704"/>
            <a:ext cx="1008457" cy="275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 b="0" i="0">
                <a:solidFill>
                  <a:srgbClr val="A4C7ED"/>
                </a:solidFill>
                <a:latin typeface="Consolas"/>
                <a:ea typeface="Consolas"/>
                <a:cs typeface="Consolas"/>
              </a:defRPr>
            </a:pPr>
            <a:r>
              <a:rPr sz="690" b="0" i="0">
                <a:solidFill>
                  <a:srgbClr val="A4C7ED"/>
                </a:solidFill>
                <a:latin typeface="Consolas"/>
                <a:ea typeface="Consolas"/>
                <a:cs typeface="Consolas"/>
              </a:rPr>
              <a:t>secrets / permission</a:t>
            </a:r>
          </a:p>
        </p:txBody>
      </p:sp>
      <p:sp>
        <p:nvSpPr>
          <p:cNvPr id="29" name="paper-07-text-028">
            <a:extLst xmlns:a="http://schemas.openxmlformats.org/drawingml/2006/main">
              <a:ext uri="{FF2B5EF4-FFF2-40B4-BE49-F238E27FC236}">
                <a16:creationId xmlns:a16="http://schemas.microsoft.com/office/drawing/2014/main" id="{F5E2089D-AE49-4001-A7BE-2E6A55F53B69}"/>
              </a:ext>
            </a:extLst>
          </p:cNvPr>
          <p:cNvSpPr>
            <a:spLocks xmlns:a="http://schemas.openxmlformats.org/drawingml/2006/main" noGrp="1"/>
          </p:cNvSpPr>
          <p:nvPr/>
        </p:nvSpPr>
        <p:spPr>
          <a:xfrm xmlns:a="http://schemas.openxmlformats.org/drawingml/2006/main">
            <a:off x="16740478" y="8112611"/>
            <a:ext cx="1547522" cy="3828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 b="0" i="0">
                <a:solidFill>
                  <a:srgbClr val="8695AD"/>
                </a:solidFill>
                <a:latin typeface="Noto Sans KR"/>
                <a:ea typeface="Noto Sans KR"/>
                <a:cs typeface="Noto Sans KR"/>
              </a:defRPr>
            </a:pPr>
            <a:r>
              <a:rPr sz="690" b="0" i="0">
                <a:solidFill>
                  <a:srgbClr val="8695AD"/>
                </a:solidFill>
                <a:latin typeface="Noto Sans KR"/>
                <a:ea typeface="Noto Sans KR"/>
                <a:cs typeface="Noto Sans KR"/>
              </a:rPr>
              <a:t>민감 정보 · 접근 제어</a:t>
            </a:r>
          </a:p>
        </p:txBody>
      </p:sp>
      <p:sp>
        <p:nvSpPr>
          <p:cNvPr id="30" name="paper-07-text-029">
            <a:extLst xmlns:a="http://schemas.openxmlformats.org/drawingml/2006/main">
              <a:ext uri="{FF2B5EF4-FFF2-40B4-BE49-F238E27FC236}">
                <a16:creationId xmlns:a16="http://schemas.microsoft.com/office/drawing/2014/main" id="{A6978130-DF83-4C7A-9E42-C78190EF02E7}"/>
              </a:ext>
            </a:extLst>
          </p:cNvPr>
          <p:cNvSpPr>
            <a:spLocks xmlns:a="http://schemas.openxmlformats.org/drawingml/2006/main" noGrp="1"/>
          </p:cNvSpPr>
          <p:nvPr/>
        </p:nvSpPr>
        <p:spPr>
          <a:xfrm xmlns:a="http://schemas.openxmlformats.org/drawingml/2006/main">
            <a:off x="7109853" y="3132249"/>
            <a:ext cx="4068294" cy="425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475" b="0" i="0">
                <a:solidFill>
                  <a:srgbClr val="9BACC5"/>
                </a:solidFill>
                <a:latin typeface="Arial"/>
                <a:ea typeface="Arial"/>
                <a:cs typeface="Arial"/>
              </a:defRPr>
            </a:pPr>
            <a:r>
              <a:rPr sz="2475" b="0" i="0">
                <a:solidFill>
                  <a:srgbClr val="9BACC5"/>
                </a:solidFill>
                <a:latin typeface="Arial"/>
                <a:ea typeface="Arial"/>
                <a:cs typeface="Arial"/>
              </a:rPr>
              <a:t>AI를 투자에 활용하고 싶은</a:t>
            </a:r>
          </a:p>
        </p:txBody>
      </p:sp>
      <p:sp>
        <p:nvSpPr>
          <p:cNvPr id="31" name="paper-07-text-030">
            <a:extLst xmlns:a="http://schemas.openxmlformats.org/drawingml/2006/main">
              <a:ext uri="{FF2B5EF4-FFF2-40B4-BE49-F238E27FC236}">
                <a16:creationId xmlns:a16="http://schemas.microsoft.com/office/drawing/2014/main" id="{7D73FB55-B32A-4FC3-8BD7-AEAB6A30AA2D}"/>
              </a:ext>
            </a:extLst>
          </p:cNvPr>
          <p:cNvSpPr>
            <a:spLocks xmlns:a="http://schemas.openxmlformats.org/drawingml/2006/main" noGrp="1"/>
          </p:cNvSpPr>
          <p:nvPr/>
        </p:nvSpPr>
        <p:spPr>
          <a:xfrm xmlns:a="http://schemas.openxmlformats.org/drawingml/2006/main">
            <a:off x="6132195" y="3752612"/>
            <a:ext cx="6023610" cy="15249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625" b="0" i="0">
                <a:solidFill>
                  <a:srgbClr val="EDF4FF"/>
                </a:solidFill>
                <a:latin typeface="Daki M Title"/>
                <a:ea typeface="Daki M Title"/>
                <a:cs typeface="Daki M Title"/>
              </a:defRPr>
            </a:pPr>
            <a:r>
              <a:rPr sz="8625" b="0" i="0">
                <a:solidFill>
                  <a:srgbClr val="EDF4FF"/>
                </a:solidFill>
                <a:latin typeface="Daki M Title"/>
                <a:ea typeface="Daki M Title"/>
                <a:cs typeface="Daki M Title"/>
              </a:rPr>
              <a:t>일반 투자자</a:t>
            </a:r>
          </a:p>
        </p:txBody>
      </p:sp>
      <p:sp>
        <p:nvSpPr>
          <p:cNvPr id="32" name="paper-07-text-031">
            <a:extLst xmlns:a="http://schemas.openxmlformats.org/drawingml/2006/main">
              <a:ext uri="{FF2B5EF4-FFF2-40B4-BE49-F238E27FC236}">
                <a16:creationId xmlns:a16="http://schemas.microsoft.com/office/drawing/2014/main" id="{59E9BCAC-FA71-47E4-B75F-E0C32A0D818D}"/>
              </a:ext>
            </a:extLst>
          </p:cNvPr>
          <p:cNvSpPr>
            <a:spLocks xmlns:a="http://schemas.openxmlformats.org/drawingml/2006/main" noGrp="1"/>
          </p:cNvSpPr>
          <p:nvPr/>
        </p:nvSpPr>
        <p:spPr>
          <a:xfrm xmlns:a="http://schemas.openxmlformats.org/drawingml/2006/main">
            <a:off x="6932134" y="5419582"/>
            <a:ext cx="4423731" cy="3815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BDC9DA"/>
                </a:solidFill>
                <a:latin typeface="Arial"/>
                <a:ea typeface="Arial"/>
                <a:cs typeface="Arial"/>
              </a:defRPr>
            </a:pPr>
            <a:r>
              <a:rPr sz="2175" b="0" i="0">
                <a:solidFill>
                  <a:srgbClr val="BDC9DA"/>
                </a:solidFill>
                <a:latin typeface="Arial"/>
                <a:ea typeface="Arial"/>
                <a:cs typeface="Arial"/>
              </a:rPr>
              <a:t>초보자부터 경험 많은 투자자까지</a:t>
            </a:r>
          </a:p>
        </p:txBody>
      </p:sp>
      <p:sp>
        <p:nvSpPr>
          <p:cNvPr id="33" name="paper-07-text-032">
            <a:extLst xmlns:a="http://schemas.openxmlformats.org/drawingml/2006/main">
              <a:ext uri="{FF2B5EF4-FFF2-40B4-BE49-F238E27FC236}">
                <a16:creationId xmlns:a16="http://schemas.microsoft.com/office/drawing/2014/main" id="{49E7F7F4-11AA-4143-9E2B-C689350DFCAF}"/>
              </a:ext>
            </a:extLst>
          </p:cNvPr>
          <p:cNvSpPr>
            <a:spLocks xmlns:a="http://schemas.openxmlformats.org/drawingml/2006/main" noGrp="1"/>
          </p:cNvSpPr>
          <p:nvPr/>
        </p:nvSpPr>
        <p:spPr>
          <a:xfrm xmlns:a="http://schemas.openxmlformats.org/drawingml/2006/main">
            <a:off x="6559034" y="6029325"/>
            <a:ext cx="5169932"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i="0">
                <a:solidFill>
                  <a:srgbClr val="8191A9"/>
                </a:solidFill>
                <a:latin typeface="Arial"/>
                <a:ea typeface="Arial"/>
                <a:cs typeface="Arial"/>
              </a:defRPr>
            </a:pPr>
            <a:r>
              <a:rPr sz="1725" b="0" i="0">
                <a:solidFill>
                  <a:srgbClr val="8191A9"/>
                </a:solidFill>
                <a:latin typeface="Arial"/>
                <a:ea typeface="Arial"/>
                <a:cs typeface="Arial"/>
              </a:rPr>
              <a:t>소프트웨어를 직접 개발하는 엔지니어는 아닙니다.</a:t>
            </a:r>
          </a:p>
        </p:txBody>
      </p:sp>
    </p:spTree>
    <p:extLst>
      <p:ext uri="{BB962C8B-B14F-4D97-AF65-F5344CB8AC3E}">
        <p14:creationId xmlns:p14="http://schemas.microsoft.com/office/powerpoint/2010/main" val="3427344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e5e5c63dddea480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8-text-001">
            <a:extLst xmlns:a="http://schemas.openxmlformats.org/drawingml/2006/main">
              <a:ext uri="{FF2B5EF4-FFF2-40B4-BE49-F238E27FC236}">
                <a16:creationId xmlns:a16="http://schemas.microsoft.com/office/drawing/2014/main" id="{1287CC22-B1B4-4E4B-9639-F7D35C79E2F4}"/>
              </a:ext>
            </a:extLst>
          </p:cNvPr>
          <p:cNvSpPr>
            <a:spLocks xmlns:a="http://schemas.openxmlformats.org/drawingml/2006/main" noGrp="1"/>
          </p:cNvSpPr>
          <p:nvPr/>
        </p:nvSpPr>
        <p:spPr>
          <a:xfrm xmlns:a="http://schemas.openxmlformats.org/drawingml/2006/main">
            <a:off x="942975" y="494348"/>
            <a:ext cx="1690497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0" i="0">
                <a:solidFill>
                  <a:srgbClr val="EDF4FF"/>
                </a:solidFill>
                <a:latin typeface="Daki M Title"/>
                <a:ea typeface="Daki M Title"/>
                <a:cs typeface="Daki M Title"/>
              </a:defRPr>
            </a:pPr>
            <a:r>
              <a:rPr sz="4500" b="0" i="0">
                <a:solidFill>
                  <a:srgbClr val="EDF4FF"/>
                </a:solidFill>
                <a:latin typeface="Daki M Title"/>
                <a:ea typeface="Daki M Title"/>
                <a:cs typeface="Daki M Title"/>
              </a:rPr>
              <a:t>투자 지식에 더해지는 개발 역량</a:t>
            </a:r>
          </a:p>
        </p:txBody>
      </p:sp>
      <p:sp>
        <p:nvSpPr>
          <p:cNvPr id="3" name="paper-08-text-002">
            <a:extLst xmlns:a="http://schemas.openxmlformats.org/drawingml/2006/main">
              <a:ext uri="{FF2B5EF4-FFF2-40B4-BE49-F238E27FC236}">
                <a16:creationId xmlns:a16="http://schemas.microsoft.com/office/drawing/2014/main" id="{DA0FAECA-7351-4DE9-9644-FD9BE315E920}"/>
              </a:ext>
            </a:extLst>
          </p:cNvPr>
          <p:cNvSpPr>
            <a:spLocks xmlns:a="http://schemas.openxmlformats.org/drawingml/2006/main" noGrp="1"/>
          </p:cNvSpPr>
          <p:nvPr/>
        </p:nvSpPr>
        <p:spPr>
          <a:xfrm xmlns:a="http://schemas.openxmlformats.org/drawingml/2006/main">
            <a:off x="942975" y="1419225"/>
            <a:ext cx="1661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91A1B9"/>
                </a:solidFill>
                <a:latin typeface="Daki L"/>
                <a:ea typeface="Daki L"/>
                <a:cs typeface="Daki L"/>
              </a:defRPr>
            </a:pPr>
            <a:r>
              <a:rPr sz="1875" b="0" i="0">
                <a:solidFill>
                  <a:srgbClr val="91A1B9"/>
                </a:solidFill>
                <a:latin typeface="Daki L"/>
                <a:ea typeface="Daki L"/>
                <a:cs typeface="Daki L"/>
              </a:rPr>
              <a:t>도구를 연결하고, 시스템을 구성하며, 오류를 해결하는 능력까지.</a:t>
            </a:r>
          </a:p>
        </p:txBody>
      </p:sp>
      <p:sp>
        <p:nvSpPr>
          <p:cNvPr id="4" name="paper-08-text-003">
            <a:extLst xmlns:a="http://schemas.openxmlformats.org/drawingml/2006/main">
              <a:ext uri="{FF2B5EF4-FFF2-40B4-BE49-F238E27FC236}">
                <a16:creationId xmlns:a16="http://schemas.microsoft.com/office/drawing/2014/main" id="{E43003E3-F924-4020-B038-00F043D509B1}"/>
              </a:ext>
            </a:extLst>
          </p:cNvPr>
          <p:cNvSpPr>
            <a:spLocks xmlns:a="http://schemas.openxmlformats.org/drawingml/2006/main" noGrp="1"/>
          </p:cNvSpPr>
          <p:nvPr/>
        </p:nvSpPr>
        <p:spPr>
          <a:xfrm xmlns:a="http://schemas.openxmlformats.org/drawingml/2006/main">
            <a:off x="2566417" y="3433220"/>
            <a:ext cx="2911616" cy="356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03" b="0" i="0">
                <a:solidFill>
                  <a:srgbClr val="7191B6"/>
                </a:solidFill>
                <a:latin typeface="Consolas"/>
                <a:ea typeface="Consolas"/>
                <a:cs typeface="Consolas"/>
              </a:defRPr>
            </a:pPr>
            <a:r>
              <a:rPr sz="803" b="0" i="0">
                <a:solidFill>
                  <a:srgbClr val="7191B6"/>
                </a:solidFill>
                <a:latin typeface="Consolas"/>
                <a:ea typeface="Consolas"/>
                <a:cs typeface="Consolas"/>
              </a:rPr>
              <a:t>LANGUAGES</a:t>
            </a:r>
          </a:p>
        </p:txBody>
      </p:sp>
      <p:sp>
        <p:nvSpPr>
          <p:cNvPr id="5" name="paper-08-text-004">
            <a:extLst xmlns:a="http://schemas.openxmlformats.org/drawingml/2006/main">
              <a:ext uri="{FF2B5EF4-FFF2-40B4-BE49-F238E27FC236}">
                <a16:creationId xmlns:a16="http://schemas.microsoft.com/office/drawing/2014/main" id="{86D51F83-9E65-4E89-927B-DB454F0D8966}"/>
              </a:ext>
            </a:extLst>
          </p:cNvPr>
          <p:cNvSpPr>
            <a:spLocks xmlns:a="http://schemas.openxmlformats.org/drawingml/2006/main" noGrp="1"/>
          </p:cNvSpPr>
          <p:nvPr/>
        </p:nvSpPr>
        <p:spPr>
          <a:xfrm xmlns:a="http://schemas.openxmlformats.org/drawingml/2006/main">
            <a:off x="3173891" y="3715101"/>
            <a:ext cx="1866956" cy="4467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98" b="0" i="0">
                <a:solidFill>
                  <a:srgbClr val="EDF4FF"/>
                </a:solidFill>
                <a:latin typeface="Noto Sans KR"/>
                <a:ea typeface="Noto Sans KR"/>
                <a:cs typeface="Noto Sans KR"/>
              </a:defRPr>
            </a:pPr>
            <a:r>
              <a:rPr sz="1898" b="0" i="0">
                <a:solidFill>
                  <a:srgbClr val="EDF4FF"/>
                </a:solidFill>
                <a:latin typeface="Noto Sans KR"/>
                <a:ea typeface="Noto Sans KR"/>
                <a:cs typeface="Noto Sans KR"/>
              </a:rPr>
              <a:t>프로그래밍 언어</a:t>
            </a:r>
          </a:p>
        </p:txBody>
      </p:sp>
      <p:sp>
        <p:nvSpPr>
          <p:cNvPr id="6" name="paper-08-text-005">
            <a:extLst xmlns:a="http://schemas.openxmlformats.org/drawingml/2006/main">
              <a:ext uri="{FF2B5EF4-FFF2-40B4-BE49-F238E27FC236}">
                <a16:creationId xmlns:a16="http://schemas.microsoft.com/office/drawing/2014/main" id="{1FFDD612-C818-48F9-9AC8-C237715D3885}"/>
              </a:ext>
            </a:extLst>
          </p:cNvPr>
          <p:cNvSpPr>
            <a:spLocks xmlns:a="http://schemas.openxmlformats.org/drawingml/2006/main" noGrp="1"/>
          </p:cNvSpPr>
          <p:nvPr/>
        </p:nvSpPr>
        <p:spPr>
          <a:xfrm xmlns:a="http://schemas.openxmlformats.org/drawingml/2006/main">
            <a:off x="2615014" y="4305840"/>
            <a:ext cx="1041115" cy="2733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95" b="0" i="0">
                <a:solidFill>
                  <a:srgbClr val="A4C7ED"/>
                </a:solidFill>
                <a:latin typeface="Consolas"/>
                <a:ea typeface="Consolas"/>
                <a:cs typeface="Consolas"/>
              </a:defRPr>
            </a:pPr>
            <a:r>
              <a:rPr sz="1095" b="0" i="0">
                <a:solidFill>
                  <a:srgbClr val="A4C7ED"/>
                </a:solidFill>
                <a:latin typeface="Consolas"/>
                <a:ea typeface="Consolas"/>
                <a:cs typeface="Consolas"/>
              </a:rPr>
              <a:t>async / await</a:t>
            </a:r>
          </a:p>
        </p:txBody>
      </p:sp>
      <p:sp>
        <p:nvSpPr>
          <p:cNvPr id="7" name="paper-08-text-006">
            <a:extLst xmlns:a="http://schemas.openxmlformats.org/drawingml/2006/main">
              <a:ext uri="{FF2B5EF4-FFF2-40B4-BE49-F238E27FC236}">
                <a16:creationId xmlns:a16="http://schemas.microsoft.com/office/drawing/2014/main" id="{278C9FB9-CA40-4A53-B1A3-3BEBF0FBCAD4}"/>
              </a:ext>
            </a:extLst>
          </p:cNvPr>
          <p:cNvSpPr>
            <a:spLocks xmlns:a="http://schemas.openxmlformats.org/drawingml/2006/main" noGrp="1"/>
          </p:cNvSpPr>
          <p:nvPr/>
        </p:nvSpPr>
        <p:spPr>
          <a:xfrm xmlns:a="http://schemas.openxmlformats.org/drawingml/2006/main">
            <a:off x="2632033" y="4447894"/>
            <a:ext cx="2914074" cy="394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95" b="0" i="0">
                <a:solidFill>
                  <a:srgbClr val="8695AD"/>
                </a:solidFill>
                <a:latin typeface="Noto Sans KR"/>
                <a:ea typeface="Noto Sans KR"/>
                <a:cs typeface="Noto Sans KR"/>
              </a:defRPr>
            </a:pPr>
            <a:r>
              <a:rPr sz="1095" b="0" i="0">
                <a:solidFill>
                  <a:srgbClr val="8695AD"/>
                </a:solidFill>
                <a:latin typeface="Noto Sans KR"/>
                <a:ea typeface="Noto Sans KR"/>
                <a:cs typeface="Noto Sans KR"/>
              </a:rPr>
              <a:t>Python · JavaScript</a:t>
            </a:r>
          </a:p>
        </p:txBody>
      </p:sp>
      <p:sp>
        <p:nvSpPr>
          <p:cNvPr id="8" name="paper-08-text-007">
            <a:extLst xmlns:a="http://schemas.openxmlformats.org/drawingml/2006/main">
              <a:ext uri="{FF2B5EF4-FFF2-40B4-BE49-F238E27FC236}">
                <a16:creationId xmlns:a16="http://schemas.microsoft.com/office/drawing/2014/main" id="{078EE7D0-0DA5-4CCD-B47F-52D4B412A4A7}"/>
              </a:ext>
            </a:extLst>
          </p:cNvPr>
          <p:cNvSpPr>
            <a:spLocks xmlns:a="http://schemas.openxmlformats.org/drawingml/2006/main" noGrp="1"/>
          </p:cNvSpPr>
          <p:nvPr/>
        </p:nvSpPr>
        <p:spPr>
          <a:xfrm xmlns:a="http://schemas.openxmlformats.org/drawingml/2006/main">
            <a:off x="7931829" y="3202482"/>
            <a:ext cx="3570973" cy="27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82" b="0" i="0">
                <a:solidFill>
                  <a:srgbClr val="7191B6"/>
                </a:solidFill>
                <a:latin typeface="Consolas"/>
                <a:ea typeface="Consolas"/>
                <a:cs typeface="Consolas"/>
              </a:defRPr>
            </a:pPr>
            <a:r>
              <a:rPr sz="982" b="0" i="0">
                <a:solidFill>
                  <a:srgbClr val="7191B6"/>
                </a:solidFill>
                <a:latin typeface="Consolas"/>
                <a:ea typeface="Consolas"/>
                <a:cs typeface="Consolas"/>
              </a:rPr>
              <a:t>ARCHITECTURE</a:t>
            </a:r>
          </a:p>
        </p:txBody>
      </p:sp>
      <p:sp>
        <p:nvSpPr>
          <p:cNvPr id="9" name="paper-08-text-008">
            <a:extLst xmlns:a="http://schemas.openxmlformats.org/drawingml/2006/main">
              <a:ext uri="{FF2B5EF4-FFF2-40B4-BE49-F238E27FC236}">
                <a16:creationId xmlns:a16="http://schemas.microsoft.com/office/drawing/2014/main" id="{1FA6618F-3852-49B2-A1B0-CF0983B5D0E2}"/>
              </a:ext>
            </a:extLst>
          </p:cNvPr>
          <p:cNvSpPr>
            <a:spLocks xmlns:a="http://schemas.openxmlformats.org/drawingml/2006/main" noGrp="1"/>
          </p:cNvSpPr>
          <p:nvPr/>
        </p:nvSpPr>
        <p:spPr>
          <a:xfrm xmlns:a="http://schemas.openxmlformats.org/drawingml/2006/main">
            <a:off x="8024885" y="3551538"/>
            <a:ext cx="545719" cy="293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13" b="0" i="0">
                <a:solidFill>
                  <a:srgbClr val="9BC6FF"/>
                </a:solidFill>
                <a:latin typeface="Consolas"/>
                <a:ea typeface="Consolas"/>
                <a:cs typeface="Consolas"/>
              </a:defRPr>
            </a:pPr>
            <a:r>
              <a:rPr sz="1613" b="0" i="0">
                <a:solidFill>
                  <a:srgbClr val="9BC6FF"/>
                </a:solidFill>
                <a:latin typeface="Consolas"/>
                <a:ea typeface="Consolas"/>
                <a:cs typeface="Consolas"/>
              </a:rPr>
              <a:t>□—□</a:t>
            </a:r>
          </a:p>
        </p:txBody>
      </p:sp>
      <p:sp>
        <p:nvSpPr>
          <p:cNvPr id="10" name="paper-08-text-009">
            <a:extLst xmlns:a="http://schemas.openxmlformats.org/drawingml/2006/main">
              <a:ext uri="{FF2B5EF4-FFF2-40B4-BE49-F238E27FC236}">
                <a16:creationId xmlns:a16="http://schemas.microsoft.com/office/drawing/2014/main" id="{C9B8F686-238A-4F66-A4B7-290BEB0C2F19}"/>
              </a:ext>
            </a:extLst>
          </p:cNvPr>
          <p:cNvSpPr>
            <a:spLocks xmlns:a="http://schemas.openxmlformats.org/drawingml/2006/main" noGrp="1"/>
          </p:cNvSpPr>
          <p:nvPr/>
        </p:nvSpPr>
        <p:spPr>
          <a:xfrm xmlns:a="http://schemas.openxmlformats.org/drawingml/2006/main">
            <a:off x="8647041" y="3508801"/>
            <a:ext cx="2278705" cy="4519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33" b="0" i="0">
                <a:solidFill>
                  <a:srgbClr val="EDF4FF"/>
                </a:solidFill>
                <a:latin typeface="Noto Sans KR"/>
                <a:ea typeface="Noto Sans KR"/>
                <a:cs typeface="Noto Sans KR"/>
              </a:defRPr>
            </a:pPr>
            <a:r>
              <a:rPr sz="2333" b="0" i="0">
                <a:solidFill>
                  <a:srgbClr val="EDF4FF"/>
                </a:solidFill>
                <a:latin typeface="Noto Sans KR"/>
                <a:ea typeface="Noto Sans KR"/>
                <a:cs typeface="Noto Sans KR"/>
              </a:rPr>
              <a:t>시스템 아키텍처</a:t>
            </a:r>
          </a:p>
        </p:txBody>
      </p:sp>
      <p:sp>
        <p:nvSpPr>
          <p:cNvPr id="11" name="paper-08-text-010">
            <a:extLst xmlns:a="http://schemas.openxmlformats.org/drawingml/2006/main">
              <a:ext uri="{FF2B5EF4-FFF2-40B4-BE49-F238E27FC236}">
                <a16:creationId xmlns:a16="http://schemas.microsoft.com/office/drawing/2014/main" id="{19C7B7D8-43B0-4982-B9D9-1BA8AD467680}"/>
              </a:ext>
            </a:extLst>
          </p:cNvPr>
          <p:cNvSpPr>
            <a:spLocks xmlns:a="http://schemas.openxmlformats.org/drawingml/2006/main" noGrp="1"/>
          </p:cNvSpPr>
          <p:nvPr/>
        </p:nvSpPr>
        <p:spPr>
          <a:xfrm xmlns:a="http://schemas.openxmlformats.org/drawingml/2006/main">
            <a:off x="7908168" y="4113485"/>
            <a:ext cx="2616249" cy="3071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43" b="0" i="0">
                <a:solidFill>
                  <a:srgbClr val="A4C7ED"/>
                </a:solidFill>
                <a:latin typeface="Consolas"/>
                <a:ea typeface="Consolas"/>
                <a:cs typeface="Consolas"/>
              </a:defRPr>
            </a:pPr>
            <a:r>
              <a:rPr sz="1343" b="0" i="0">
                <a:solidFill>
                  <a:srgbClr val="A4C7ED"/>
                </a:solidFill>
                <a:latin typeface="Consolas"/>
                <a:ea typeface="Consolas"/>
                <a:cs typeface="Consolas"/>
              </a:rPr>
              <a:t>Client → Service → Storage</a:t>
            </a:r>
          </a:p>
        </p:txBody>
      </p:sp>
      <p:sp>
        <p:nvSpPr>
          <p:cNvPr id="12" name="paper-08-text-011">
            <a:extLst xmlns:a="http://schemas.openxmlformats.org/drawingml/2006/main">
              <a:ext uri="{FF2B5EF4-FFF2-40B4-BE49-F238E27FC236}">
                <a16:creationId xmlns:a16="http://schemas.microsoft.com/office/drawing/2014/main" id="{F2EFBD71-5E93-4F12-8A27-E579D32349D3}"/>
              </a:ext>
            </a:extLst>
          </p:cNvPr>
          <p:cNvSpPr>
            <a:spLocks xmlns:a="http://schemas.openxmlformats.org/drawingml/2006/main" noGrp="1"/>
          </p:cNvSpPr>
          <p:nvPr/>
        </p:nvSpPr>
        <p:spPr>
          <a:xfrm xmlns:a="http://schemas.openxmlformats.org/drawingml/2006/main">
            <a:off x="7900282" y="4436197"/>
            <a:ext cx="3572369" cy="333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43" b="0" i="0">
                <a:solidFill>
                  <a:srgbClr val="8695AD"/>
                </a:solidFill>
                <a:latin typeface="Noto Sans KR"/>
                <a:ea typeface="Noto Sans KR"/>
                <a:cs typeface="Noto Sans KR"/>
              </a:defRPr>
            </a:pPr>
            <a:r>
              <a:rPr sz="1343" b="0" i="0">
                <a:solidFill>
                  <a:srgbClr val="8695AD"/>
                </a:solidFill>
                <a:latin typeface="Noto Sans KR"/>
                <a:ea typeface="Noto Sans KR"/>
                <a:cs typeface="Noto Sans KR"/>
              </a:rPr>
              <a:t>계층 · 의존성 · 책임 분리</a:t>
            </a:r>
          </a:p>
        </p:txBody>
      </p:sp>
      <p:sp>
        <p:nvSpPr>
          <p:cNvPr id="13" name="paper-08-text-012">
            <a:extLst xmlns:a="http://schemas.openxmlformats.org/drawingml/2006/main">
              <a:ext uri="{FF2B5EF4-FFF2-40B4-BE49-F238E27FC236}">
                <a16:creationId xmlns:a16="http://schemas.microsoft.com/office/drawing/2014/main" id="{CF4B60F2-5D7B-4787-9224-DD866B08A418}"/>
              </a:ext>
            </a:extLst>
          </p:cNvPr>
          <p:cNvSpPr>
            <a:spLocks xmlns:a="http://schemas.openxmlformats.org/drawingml/2006/main" noGrp="1"/>
          </p:cNvSpPr>
          <p:nvPr/>
        </p:nvSpPr>
        <p:spPr>
          <a:xfrm xmlns:a="http://schemas.openxmlformats.org/drawingml/2006/main">
            <a:off x="13932834" y="3661729"/>
            <a:ext cx="3116868" cy="369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i="0">
                <a:solidFill>
                  <a:srgbClr val="7191B6"/>
                </a:solidFill>
                <a:latin typeface="Consolas"/>
                <a:ea typeface="Consolas"/>
                <a:cs typeface="Consolas"/>
              </a:defRPr>
            </a:pPr>
            <a:r>
              <a:rPr sz="863" b="0" i="0">
                <a:solidFill>
                  <a:srgbClr val="7191B6"/>
                </a:solidFill>
                <a:latin typeface="Consolas"/>
                <a:ea typeface="Consolas"/>
                <a:cs typeface="Consolas"/>
              </a:rPr>
              <a:t>INTEGRATION</a:t>
            </a:r>
          </a:p>
        </p:txBody>
      </p:sp>
      <p:sp>
        <p:nvSpPr>
          <p:cNvPr id="14" name="paper-08-text-013">
            <a:extLst xmlns:a="http://schemas.openxmlformats.org/drawingml/2006/main">
              <a:ext uri="{FF2B5EF4-FFF2-40B4-BE49-F238E27FC236}">
                <a16:creationId xmlns:a16="http://schemas.microsoft.com/office/drawing/2014/main" id="{E9E1635F-6D91-4723-A59E-424E65C0D525}"/>
              </a:ext>
            </a:extLst>
          </p:cNvPr>
          <p:cNvSpPr>
            <a:spLocks xmlns:a="http://schemas.openxmlformats.org/drawingml/2006/main" noGrp="1"/>
          </p:cNvSpPr>
          <p:nvPr/>
        </p:nvSpPr>
        <p:spPr>
          <a:xfrm xmlns:a="http://schemas.openxmlformats.org/drawingml/2006/main">
            <a:off x="14538347" y="3951190"/>
            <a:ext cx="1208409" cy="422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33" b="0" i="0">
                <a:solidFill>
                  <a:srgbClr val="EDF4FF"/>
                </a:solidFill>
                <a:latin typeface="Noto Sans KR"/>
                <a:ea typeface="Noto Sans KR"/>
                <a:cs typeface="Noto Sans KR"/>
              </a:defRPr>
            </a:pPr>
            <a:r>
              <a:rPr sz="2033" b="0" i="0">
                <a:solidFill>
                  <a:srgbClr val="EDF4FF"/>
                </a:solidFill>
                <a:latin typeface="Noto Sans KR"/>
                <a:ea typeface="Noto Sans KR"/>
                <a:cs typeface="Noto Sans KR"/>
              </a:rPr>
              <a:t>API 연결</a:t>
            </a:r>
          </a:p>
        </p:txBody>
      </p:sp>
      <p:sp>
        <p:nvSpPr>
          <p:cNvPr id="15" name="paper-08-text-014">
            <a:extLst xmlns:a="http://schemas.openxmlformats.org/drawingml/2006/main">
              <a:ext uri="{FF2B5EF4-FFF2-40B4-BE49-F238E27FC236}">
                <a16:creationId xmlns:a16="http://schemas.microsoft.com/office/drawing/2014/main" id="{8BCA3DBF-5F58-4503-8862-A26DBF26065D}"/>
              </a:ext>
            </a:extLst>
          </p:cNvPr>
          <p:cNvSpPr>
            <a:spLocks xmlns:a="http://schemas.openxmlformats.org/drawingml/2006/main" noGrp="1"/>
          </p:cNvSpPr>
          <p:nvPr/>
        </p:nvSpPr>
        <p:spPr>
          <a:xfrm xmlns:a="http://schemas.openxmlformats.org/drawingml/2006/main">
            <a:off x="13877716" y="4457042"/>
            <a:ext cx="1517899" cy="323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70" b="0" i="0">
                <a:solidFill>
                  <a:srgbClr val="A4C7ED"/>
                </a:solidFill>
                <a:latin typeface="Consolas"/>
                <a:ea typeface="Consolas"/>
                <a:cs typeface="Consolas"/>
              </a:defRPr>
            </a:pPr>
            <a:r>
              <a:rPr sz="1170" b="0" i="0">
                <a:solidFill>
                  <a:srgbClr val="A4C7ED"/>
                </a:solidFill>
                <a:latin typeface="Consolas"/>
                <a:ea typeface="Consolas"/>
                <a:cs typeface="Consolas"/>
              </a:rPr>
              <a:t>GET /market/quotes</a:t>
            </a:r>
          </a:p>
        </p:txBody>
      </p:sp>
      <p:sp>
        <p:nvSpPr>
          <p:cNvPr id="16" name="paper-08-text-015">
            <a:extLst xmlns:a="http://schemas.openxmlformats.org/drawingml/2006/main">
              <a:ext uri="{FF2B5EF4-FFF2-40B4-BE49-F238E27FC236}">
                <a16:creationId xmlns:a16="http://schemas.microsoft.com/office/drawing/2014/main" id="{93BCDB0B-2FF5-4943-B62B-E34F75488211}"/>
              </a:ext>
            </a:extLst>
          </p:cNvPr>
          <p:cNvSpPr>
            <a:spLocks xmlns:a="http://schemas.openxmlformats.org/drawingml/2006/main" noGrp="1"/>
          </p:cNvSpPr>
          <p:nvPr/>
        </p:nvSpPr>
        <p:spPr>
          <a:xfrm xmlns:a="http://schemas.openxmlformats.org/drawingml/2006/main">
            <a:off x="13859035" y="4745909"/>
            <a:ext cx="3120556" cy="4267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70" b="0" i="0">
                <a:solidFill>
                  <a:srgbClr val="8695AD"/>
                </a:solidFill>
                <a:latin typeface="Noto Sans KR"/>
                <a:ea typeface="Noto Sans KR"/>
                <a:cs typeface="Noto Sans KR"/>
              </a:defRPr>
            </a:pPr>
            <a:r>
              <a:rPr sz="1170" b="0" i="0">
                <a:solidFill>
                  <a:srgbClr val="8695AD"/>
                </a:solidFill>
                <a:latin typeface="Noto Sans KR"/>
                <a:ea typeface="Noto Sans KR"/>
                <a:cs typeface="Noto Sans KR"/>
              </a:rPr>
              <a:t>요청 · 응답 · 호출 제한</a:t>
            </a:r>
          </a:p>
        </p:txBody>
      </p:sp>
      <p:sp>
        <p:nvSpPr>
          <p:cNvPr id="17" name="paper-08-text-016">
            <a:extLst xmlns:a="http://schemas.openxmlformats.org/drawingml/2006/main">
              <a:ext uri="{FF2B5EF4-FFF2-40B4-BE49-F238E27FC236}">
                <a16:creationId xmlns:a16="http://schemas.microsoft.com/office/drawing/2014/main" id="{765A642E-5D14-47F7-B842-1004A61882B6}"/>
              </a:ext>
            </a:extLst>
          </p:cNvPr>
          <p:cNvSpPr>
            <a:spLocks xmlns:a="http://schemas.openxmlformats.org/drawingml/2006/main" noGrp="1"/>
          </p:cNvSpPr>
          <p:nvPr/>
        </p:nvSpPr>
        <p:spPr>
          <a:xfrm xmlns:a="http://schemas.openxmlformats.org/drawingml/2006/main">
            <a:off x="265418" y="2303707"/>
            <a:ext cx="2037795" cy="390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AUTHENTICATION</a:t>
            </a:r>
          </a:p>
        </p:txBody>
      </p:sp>
      <p:sp>
        <p:nvSpPr>
          <p:cNvPr id="18" name="paper-08-text-017">
            <a:extLst xmlns:a="http://schemas.openxmlformats.org/drawingml/2006/main">
              <a:ext uri="{FF2B5EF4-FFF2-40B4-BE49-F238E27FC236}">
                <a16:creationId xmlns:a16="http://schemas.microsoft.com/office/drawing/2014/main" id="{86C7CB31-542D-4CE1-819A-CD5FBF62356F}"/>
              </a:ext>
            </a:extLst>
          </p:cNvPr>
          <p:cNvSpPr>
            <a:spLocks xmlns:a="http://schemas.openxmlformats.org/drawingml/2006/main" noGrp="1"/>
          </p:cNvSpPr>
          <p:nvPr/>
        </p:nvSpPr>
        <p:spPr>
          <a:xfrm xmlns:a="http://schemas.openxmlformats.org/drawingml/2006/main">
            <a:off x="387465" y="2733028"/>
            <a:ext cx="267754" cy="2043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23" b="0" i="0">
                <a:solidFill>
                  <a:srgbClr val="9BC6FF"/>
                </a:solidFill>
                <a:latin typeface="Consolas"/>
                <a:ea typeface="Consolas"/>
                <a:cs typeface="Consolas"/>
              </a:defRPr>
            </a:pPr>
            <a:r>
              <a:rPr sz="923" b="0" i="0">
                <a:solidFill>
                  <a:srgbClr val="9BC6FF"/>
                </a:solidFill>
                <a:latin typeface="Consolas"/>
                <a:ea typeface="Consolas"/>
                <a:cs typeface="Consolas"/>
              </a:rPr>
              <a:t>◇</a:t>
            </a:r>
          </a:p>
        </p:txBody>
      </p:sp>
      <p:sp>
        <p:nvSpPr>
          <p:cNvPr id="19" name="paper-08-text-018">
            <a:extLst xmlns:a="http://schemas.openxmlformats.org/drawingml/2006/main">
              <a:ext uri="{FF2B5EF4-FFF2-40B4-BE49-F238E27FC236}">
                <a16:creationId xmlns:a16="http://schemas.microsoft.com/office/drawing/2014/main" id="{2EA8BA62-A562-4A55-8787-E0A761C3A3EB}"/>
              </a:ext>
            </a:extLst>
          </p:cNvPr>
          <p:cNvSpPr>
            <a:spLocks xmlns:a="http://schemas.openxmlformats.org/drawingml/2006/main" noGrp="1"/>
          </p:cNvSpPr>
          <p:nvPr/>
        </p:nvSpPr>
        <p:spPr>
          <a:xfrm xmlns:a="http://schemas.openxmlformats.org/drawingml/2006/main">
            <a:off x="699182" y="2572851"/>
            <a:ext cx="881106" cy="3518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27" b="0" i="0">
                <a:solidFill>
                  <a:srgbClr val="EDF4FF"/>
                </a:solidFill>
                <a:latin typeface="Noto Sans KR"/>
                <a:ea typeface="Noto Sans KR"/>
                <a:cs typeface="Noto Sans KR"/>
              </a:defRPr>
            </a:pPr>
            <a:r>
              <a:rPr sz="1327" b="0" i="0">
                <a:solidFill>
                  <a:srgbClr val="EDF4FF"/>
                </a:solidFill>
                <a:latin typeface="Noto Sans KR"/>
                <a:ea typeface="Noto Sans KR"/>
                <a:cs typeface="Noto Sans KR"/>
              </a:rPr>
              <a:t>인증과 권한</a:t>
            </a:r>
          </a:p>
        </p:txBody>
      </p:sp>
      <p:sp>
        <p:nvSpPr>
          <p:cNvPr id="20" name="paper-08-text-019">
            <a:extLst xmlns:a="http://schemas.openxmlformats.org/drawingml/2006/main">
              <a:ext uri="{FF2B5EF4-FFF2-40B4-BE49-F238E27FC236}">
                <a16:creationId xmlns:a16="http://schemas.microsoft.com/office/drawing/2014/main" id="{59C36711-4F01-4DA2-86D4-DB0A3821A1E2}"/>
              </a:ext>
            </a:extLst>
          </p:cNvPr>
          <p:cNvSpPr>
            <a:spLocks xmlns:a="http://schemas.openxmlformats.org/drawingml/2006/main" noGrp="1"/>
          </p:cNvSpPr>
          <p:nvPr/>
        </p:nvSpPr>
        <p:spPr>
          <a:xfrm xmlns:a="http://schemas.openxmlformats.org/drawingml/2006/main">
            <a:off x="333983" y="2897110"/>
            <a:ext cx="1538540" cy="3629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A4C7ED"/>
                </a:solidFill>
                <a:latin typeface="Consolas"/>
                <a:ea typeface="Consolas"/>
                <a:cs typeface="Consolas"/>
              </a:defRPr>
            </a:pPr>
            <a:r>
              <a:rPr sz="765" b="0" i="0">
                <a:solidFill>
                  <a:srgbClr val="A4C7ED"/>
                </a:solidFill>
                <a:latin typeface="Consolas"/>
                <a:ea typeface="Consolas"/>
                <a:cs typeface="Consolas"/>
              </a:rPr>
              <a:t>access_token / refresh_token</a:t>
            </a:r>
          </a:p>
        </p:txBody>
      </p:sp>
      <p:sp>
        <p:nvSpPr>
          <p:cNvPr id="21" name="paper-08-text-020">
            <a:extLst xmlns:a="http://schemas.openxmlformats.org/drawingml/2006/main">
              <a:ext uri="{FF2B5EF4-FFF2-40B4-BE49-F238E27FC236}">
                <a16:creationId xmlns:a16="http://schemas.microsoft.com/office/drawing/2014/main" id="{DA0F1CF1-608E-4D92-907D-5BB1C71A4DE9}"/>
              </a:ext>
            </a:extLst>
          </p:cNvPr>
          <p:cNvSpPr>
            <a:spLocks xmlns:a="http://schemas.openxmlformats.org/drawingml/2006/main" noGrp="1"/>
          </p:cNvSpPr>
          <p:nvPr/>
        </p:nvSpPr>
        <p:spPr>
          <a:xfrm xmlns:a="http://schemas.openxmlformats.org/drawingml/2006/main">
            <a:off x="359496" y="3028071"/>
            <a:ext cx="2042702" cy="428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8695AD"/>
                </a:solidFill>
                <a:latin typeface="Noto Sans KR"/>
                <a:ea typeface="Noto Sans KR"/>
                <a:cs typeface="Noto Sans KR"/>
              </a:defRPr>
            </a:pPr>
            <a:r>
              <a:rPr sz="765" b="0" i="0">
                <a:solidFill>
                  <a:srgbClr val="8695AD"/>
                </a:solidFill>
                <a:latin typeface="Noto Sans KR"/>
                <a:ea typeface="Noto Sans KR"/>
                <a:cs typeface="Noto Sans KR"/>
              </a:rPr>
              <a:t>키 관리 · 만료 · 권한</a:t>
            </a:r>
          </a:p>
        </p:txBody>
      </p:sp>
      <p:sp>
        <p:nvSpPr>
          <p:cNvPr id="22" name="paper-08-text-021">
            <a:extLst xmlns:a="http://schemas.openxmlformats.org/drawingml/2006/main">
              <a:ext uri="{FF2B5EF4-FFF2-40B4-BE49-F238E27FC236}">
                <a16:creationId xmlns:a16="http://schemas.microsoft.com/office/drawing/2014/main" id="{29C64139-18A6-4CF0-869A-5A2CB55DAAB7}"/>
              </a:ext>
            </a:extLst>
          </p:cNvPr>
          <p:cNvSpPr>
            <a:spLocks xmlns:a="http://schemas.openxmlformats.org/drawingml/2006/main" noGrp="1"/>
          </p:cNvSpPr>
          <p:nvPr/>
        </p:nvSpPr>
        <p:spPr>
          <a:xfrm xmlns:a="http://schemas.openxmlformats.org/drawingml/2006/main">
            <a:off x="15069682" y="7556810"/>
            <a:ext cx="2993689" cy="3360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7191B6"/>
                </a:solidFill>
                <a:latin typeface="Consolas"/>
                <a:ea typeface="Consolas"/>
                <a:cs typeface="Consolas"/>
              </a:defRPr>
            </a:pPr>
            <a:r>
              <a:rPr sz="825" b="0" i="0">
                <a:solidFill>
                  <a:srgbClr val="7191B6"/>
                </a:solidFill>
                <a:latin typeface="Consolas"/>
                <a:ea typeface="Consolas"/>
                <a:cs typeface="Consolas"/>
              </a:rPr>
              <a:t>DATABASE</a:t>
            </a:r>
          </a:p>
        </p:txBody>
      </p:sp>
      <p:sp>
        <p:nvSpPr>
          <p:cNvPr id="23" name="paper-08-text-022">
            <a:extLst xmlns:a="http://schemas.openxmlformats.org/drawingml/2006/main">
              <a:ext uri="{FF2B5EF4-FFF2-40B4-BE49-F238E27FC236}">
                <a16:creationId xmlns:a16="http://schemas.microsoft.com/office/drawing/2014/main" id="{E585FEDC-AC41-4017-A62C-614A46DAB238}"/>
              </a:ext>
            </a:extLst>
          </p:cNvPr>
          <p:cNvSpPr>
            <a:spLocks xmlns:a="http://schemas.openxmlformats.org/drawingml/2006/main" noGrp="1"/>
          </p:cNvSpPr>
          <p:nvPr/>
        </p:nvSpPr>
        <p:spPr>
          <a:xfrm xmlns:a="http://schemas.openxmlformats.org/drawingml/2006/main">
            <a:off x="15191598" y="7859600"/>
            <a:ext cx="358141" cy="256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9BC6FF"/>
                </a:solidFill>
                <a:latin typeface="Consolas"/>
                <a:ea typeface="Consolas"/>
                <a:cs typeface="Consolas"/>
              </a:defRPr>
            </a:pPr>
            <a:r>
              <a:rPr sz="1350" b="0" i="0">
                <a:solidFill>
                  <a:srgbClr val="9BC6FF"/>
                </a:solidFill>
                <a:latin typeface="Consolas"/>
                <a:ea typeface="Consolas"/>
                <a:cs typeface="Consolas"/>
              </a:rPr>
              <a:t>◎</a:t>
            </a:r>
          </a:p>
        </p:txBody>
      </p:sp>
      <p:sp>
        <p:nvSpPr>
          <p:cNvPr id="24" name="paper-08-text-023">
            <a:extLst xmlns:a="http://schemas.openxmlformats.org/drawingml/2006/main">
              <a:ext uri="{FF2B5EF4-FFF2-40B4-BE49-F238E27FC236}">
                <a16:creationId xmlns:a16="http://schemas.microsoft.com/office/drawing/2014/main" id="{8F67A1A3-49C8-468C-90B3-BA96833EFC2B}"/>
              </a:ext>
            </a:extLst>
          </p:cNvPr>
          <p:cNvSpPr>
            <a:spLocks xmlns:a="http://schemas.openxmlformats.org/drawingml/2006/main" noGrp="1"/>
          </p:cNvSpPr>
          <p:nvPr/>
        </p:nvSpPr>
        <p:spPr>
          <a:xfrm xmlns:a="http://schemas.openxmlformats.org/drawingml/2006/main">
            <a:off x="15654937" y="7838103"/>
            <a:ext cx="1619000" cy="41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EDF4FF"/>
                </a:solidFill>
                <a:latin typeface="Noto Sans KR"/>
                <a:ea typeface="Noto Sans KR"/>
                <a:cs typeface="Noto Sans KR"/>
              </a:defRPr>
            </a:pPr>
            <a:r>
              <a:rPr sz="1950" b="0" i="0">
                <a:solidFill>
                  <a:srgbClr val="EDF4FF"/>
                </a:solidFill>
                <a:latin typeface="Noto Sans KR"/>
                <a:ea typeface="Noto Sans KR"/>
                <a:cs typeface="Noto Sans KR"/>
              </a:rPr>
              <a:t>데이터베이스</a:t>
            </a:r>
          </a:p>
        </p:txBody>
      </p:sp>
      <p:sp>
        <p:nvSpPr>
          <p:cNvPr id="25" name="paper-08-text-024">
            <a:extLst xmlns:a="http://schemas.openxmlformats.org/drawingml/2006/main">
              <a:ext uri="{FF2B5EF4-FFF2-40B4-BE49-F238E27FC236}">
                <a16:creationId xmlns:a16="http://schemas.microsoft.com/office/drawing/2014/main" id="{6AAF289A-B4EB-4749-8864-9E0E0C9AF460}"/>
              </a:ext>
            </a:extLst>
          </p:cNvPr>
          <p:cNvSpPr>
            <a:spLocks xmlns:a="http://schemas.openxmlformats.org/drawingml/2006/main" noGrp="1"/>
          </p:cNvSpPr>
          <p:nvPr/>
        </p:nvSpPr>
        <p:spPr>
          <a:xfrm xmlns:a="http://schemas.openxmlformats.org/drawingml/2006/main">
            <a:off x="15024488" y="8327132"/>
            <a:ext cx="1694858" cy="30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i="0">
                <a:solidFill>
                  <a:srgbClr val="A4C7ED"/>
                </a:solidFill>
                <a:latin typeface="Consolas"/>
                <a:ea typeface="Consolas"/>
                <a:cs typeface="Consolas"/>
              </a:defRPr>
            </a:pPr>
            <a:r>
              <a:rPr sz="1125" b="0" i="0">
                <a:solidFill>
                  <a:srgbClr val="A4C7ED"/>
                </a:solidFill>
                <a:latin typeface="Consolas"/>
                <a:ea typeface="Consolas"/>
                <a:cs typeface="Consolas"/>
              </a:rPr>
              <a:t>SELECT / JOIN / INDEX</a:t>
            </a:r>
          </a:p>
        </p:txBody>
      </p:sp>
      <p:sp>
        <p:nvSpPr>
          <p:cNvPr id="26" name="paper-08-text-025">
            <a:extLst xmlns:a="http://schemas.openxmlformats.org/drawingml/2006/main">
              <a:ext uri="{FF2B5EF4-FFF2-40B4-BE49-F238E27FC236}">
                <a16:creationId xmlns:a16="http://schemas.microsoft.com/office/drawing/2014/main" id="{40F269D1-18D4-484D-B2B4-1A9B13F34717}"/>
              </a:ext>
            </a:extLst>
          </p:cNvPr>
          <p:cNvSpPr>
            <a:spLocks xmlns:a="http://schemas.openxmlformats.org/drawingml/2006/main" noGrp="1"/>
          </p:cNvSpPr>
          <p:nvPr/>
        </p:nvSpPr>
        <p:spPr>
          <a:xfrm xmlns:a="http://schemas.openxmlformats.org/drawingml/2006/main">
            <a:off x="15009600" y="8593417"/>
            <a:ext cx="2995817" cy="3741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i="0">
                <a:solidFill>
                  <a:srgbClr val="8695AD"/>
                </a:solidFill>
                <a:latin typeface="Noto Sans KR"/>
                <a:ea typeface="Noto Sans KR"/>
                <a:cs typeface="Noto Sans KR"/>
              </a:defRPr>
            </a:pPr>
            <a:r>
              <a:rPr sz="1125" b="0" i="0">
                <a:solidFill>
                  <a:srgbClr val="8695AD"/>
                </a:solidFill>
                <a:latin typeface="Noto Sans KR"/>
                <a:ea typeface="Noto Sans KR"/>
                <a:cs typeface="Noto Sans KR"/>
              </a:rPr>
              <a:t>저장 · 관계 · 트랜잭션</a:t>
            </a:r>
          </a:p>
        </p:txBody>
      </p:sp>
      <p:sp>
        <p:nvSpPr>
          <p:cNvPr id="27" name="paper-08-text-026">
            <a:extLst xmlns:a="http://schemas.openxmlformats.org/drawingml/2006/main">
              <a:ext uri="{FF2B5EF4-FFF2-40B4-BE49-F238E27FC236}">
                <a16:creationId xmlns:a16="http://schemas.microsoft.com/office/drawing/2014/main" id="{E9D17C0C-A50A-4CAD-9CB2-3276D27D3684}"/>
              </a:ext>
            </a:extLst>
          </p:cNvPr>
          <p:cNvSpPr>
            <a:spLocks xmlns:a="http://schemas.openxmlformats.org/drawingml/2006/main" noGrp="1"/>
          </p:cNvSpPr>
          <p:nvPr/>
        </p:nvSpPr>
        <p:spPr>
          <a:xfrm xmlns:a="http://schemas.openxmlformats.org/drawingml/2006/main">
            <a:off x="2826058" y="7484926"/>
            <a:ext cx="3241869" cy="30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93" b="0" i="0">
                <a:solidFill>
                  <a:srgbClr val="7191B6"/>
                </a:solidFill>
                <a:latin typeface="Consolas"/>
                <a:ea typeface="Consolas"/>
                <a:cs typeface="Consolas"/>
              </a:defRPr>
            </a:pPr>
            <a:r>
              <a:rPr sz="893" b="0" i="0">
                <a:solidFill>
                  <a:srgbClr val="7191B6"/>
                </a:solidFill>
                <a:latin typeface="Consolas"/>
                <a:ea typeface="Consolas"/>
                <a:cs typeface="Consolas"/>
              </a:rPr>
              <a:t>DEBUGGING</a:t>
            </a:r>
          </a:p>
        </p:txBody>
      </p:sp>
      <p:sp>
        <p:nvSpPr>
          <p:cNvPr id="28" name="paper-08-text-027">
            <a:extLst xmlns:a="http://schemas.openxmlformats.org/drawingml/2006/main">
              <a:ext uri="{FF2B5EF4-FFF2-40B4-BE49-F238E27FC236}">
                <a16:creationId xmlns:a16="http://schemas.microsoft.com/office/drawing/2014/main" id="{0ED1EB8B-E3DF-4251-9257-9F5704844574}"/>
              </a:ext>
            </a:extLst>
          </p:cNvPr>
          <p:cNvSpPr>
            <a:spLocks xmlns:a="http://schemas.openxmlformats.org/drawingml/2006/main" noGrp="1"/>
          </p:cNvSpPr>
          <p:nvPr/>
        </p:nvSpPr>
        <p:spPr>
          <a:xfrm xmlns:a="http://schemas.openxmlformats.org/drawingml/2006/main">
            <a:off x="3010589" y="7911862"/>
            <a:ext cx="343257" cy="2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63" b="0" i="0">
                <a:solidFill>
                  <a:srgbClr val="9BC6FF"/>
                </a:solidFill>
                <a:latin typeface="Consolas"/>
                <a:ea typeface="Consolas"/>
                <a:cs typeface="Consolas"/>
              </a:defRPr>
            </a:pPr>
            <a:r>
              <a:rPr sz="1463" b="0" i="0">
                <a:solidFill>
                  <a:srgbClr val="9BC6FF"/>
                </a:solidFill>
                <a:latin typeface="Consolas"/>
                <a:ea typeface="Consolas"/>
                <a:cs typeface="Consolas"/>
              </a:rPr>
              <a:t>※</a:t>
            </a:r>
          </a:p>
        </p:txBody>
      </p:sp>
      <p:sp>
        <p:nvSpPr>
          <p:cNvPr id="29" name="paper-08-text-028">
            <a:extLst xmlns:a="http://schemas.openxmlformats.org/drawingml/2006/main">
              <a:ext uri="{FF2B5EF4-FFF2-40B4-BE49-F238E27FC236}">
                <a16:creationId xmlns:a16="http://schemas.microsoft.com/office/drawing/2014/main" id="{E22BF9E9-E5E9-43B9-B05A-0AE23EA0C3A6}"/>
              </a:ext>
            </a:extLst>
          </p:cNvPr>
          <p:cNvSpPr>
            <a:spLocks xmlns:a="http://schemas.openxmlformats.org/drawingml/2006/main" noGrp="1"/>
          </p:cNvSpPr>
          <p:nvPr/>
        </p:nvSpPr>
        <p:spPr>
          <a:xfrm xmlns:a="http://schemas.openxmlformats.org/drawingml/2006/main">
            <a:off x="3495447" y="7815339"/>
            <a:ext cx="1329900" cy="398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15" b="0" i="0">
                <a:solidFill>
                  <a:srgbClr val="EDF4FF"/>
                </a:solidFill>
                <a:latin typeface="Noto Sans KR"/>
                <a:ea typeface="Noto Sans KR"/>
                <a:cs typeface="Noto Sans KR"/>
              </a:defRPr>
            </a:pPr>
            <a:r>
              <a:rPr sz="2115" b="0" i="0">
                <a:solidFill>
                  <a:srgbClr val="EDF4FF"/>
                </a:solidFill>
                <a:latin typeface="Noto Sans KR"/>
                <a:ea typeface="Noto Sans KR"/>
                <a:cs typeface="Noto Sans KR"/>
              </a:rPr>
              <a:t>오류 해결</a:t>
            </a:r>
          </a:p>
        </p:txBody>
      </p:sp>
      <p:sp>
        <p:nvSpPr>
          <p:cNvPr id="30" name="paper-08-text-029">
            <a:extLst xmlns:a="http://schemas.openxmlformats.org/drawingml/2006/main">
              <a:ext uri="{FF2B5EF4-FFF2-40B4-BE49-F238E27FC236}">
                <a16:creationId xmlns:a16="http://schemas.microsoft.com/office/drawing/2014/main" id="{964EE7A1-2D13-4911-BC24-884084710300}"/>
              </a:ext>
            </a:extLst>
          </p:cNvPr>
          <p:cNvSpPr>
            <a:spLocks xmlns:a="http://schemas.openxmlformats.org/drawingml/2006/main" noGrp="1"/>
          </p:cNvSpPr>
          <p:nvPr/>
        </p:nvSpPr>
        <p:spPr>
          <a:xfrm xmlns:a="http://schemas.openxmlformats.org/drawingml/2006/main">
            <a:off x="2855441" y="8381458"/>
            <a:ext cx="1788854" cy="2850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23" b="0" i="0">
                <a:solidFill>
                  <a:srgbClr val="A4C7ED"/>
                </a:solidFill>
                <a:latin typeface="Consolas"/>
                <a:ea typeface="Consolas"/>
                <a:cs typeface="Consolas"/>
              </a:defRPr>
            </a:pPr>
            <a:r>
              <a:rPr sz="1223" b="0" i="0">
                <a:solidFill>
                  <a:srgbClr val="A4C7ED"/>
                </a:solidFill>
                <a:latin typeface="Consolas"/>
                <a:ea typeface="Consolas"/>
                <a:cs typeface="Consolas"/>
              </a:rPr>
              <a:t>Traceback · timeout</a:t>
            </a:r>
          </a:p>
        </p:txBody>
      </p:sp>
      <p:sp>
        <p:nvSpPr>
          <p:cNvPr id="31" name="paper-08-text-030">
            <a:extLst xmlns:a="http://schemas.openxmlformats.org/drawingml/2006/main">
              <a:ext uri="{FF2B5EF4-FFF2-40B4-BE49-F238E27FC236}">
                <a16:creationId xmlns:a16="http://schemas.microsoft.com/office/drawing/2014/main" id="{F720FF15-8074-4862-947C-8A010652B538}"/>
              </a:ext>
            </a:extLst>
          </p:cNvPr>
          <p:cNvSpPr>
            <a:spLocks xmlns:a="http://schemas.openxmlformats.org/drawingml/2006/main" noGrp="1"/>
          </p:cNvSpPr>
          <p:nvPr/>
        </p:nvSpPr>
        <p:spPr>
          <a:xfrm xmlns:a="http://schemas.openxmlformats.org/drawingml/2006/main">
            <a:off x="2865678" y="8619495"/>
            <a:ext cx="3243199" cy="340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23" b="0" i="0">
                <a:solidFill>
                  <a:srgbClr val="8695AD"/>
                </a:solidFill>
                <a:latin typeface="Noto Sans KR"/>
                <a:ea typeface="Noto Sans KR"/>
                <a:cs typeface="Noto Sans KR"/>
              </a:defRPr>
            </a:pPr>
            <a:r>
              <a:rPr sz="1223" b="0" i="0">
                <a:solidFill>
                  <a:srgbClr val="8695AD"/>
                </a:solidFill>
                <a:latin typeface="Noto Sans KR"/>
                <a:ea typeface="Noto Sans KR"/>
                <a:cs typeface="Noto Sans KR"/>
              </a:rPr>
              <a:t>원인 분석 · 복구 · 재시도</a:t>
            </a:r>
          </a:p>
        </p:txBody>
      </p:sp>
      <p:sp>
        <p:nvSpPr>
          <p:cNvPr id="32" name="paper-08-text-031">
            <a:extLst xmlns:a="http://schemas.openxmlformats.org/drawingml/2006/main">
              <a:ext uri="{FF2B5EF4-FFF2-40B4-BE49-F238E27FC236}">
                <a16:creationId xmlns:a16="http://schemas.microsoft.com/office/drawing/2014/main" id="{226326B3-9418-404D-9D7F-5BDB9F64E117}"/>
              </a:ext>
            </a:extLst>
          </p:cNvPr>
          <p:cNvSpPr>
            <a:spLocks xmlns:a="http://schemas.openxmlformats.org/drawingml/2006/main" noGrp="1"/>
          </p:cNvSpPr>
          <p:nvPr/>
        </p:nvSpPr>
        <p:spPr>
          <a:xfrm xmlns:a="http://schemas.openxmlformats.org/drawingml/2006/main">
            <a:off x="12619425" y="7180175"/>
            <a:ext cx="1754716" cy="270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MODEL CONTEXT</a:t>
            </a:r>
          </a:p>
        </p:txBody>
      </p:sp>
      <p:sp>
        <p:nvSpPr>
          <p:cNvPr id="33" name="paper-08-text-032">
            <a:extLst xmlns:a="http://schemas.openxmlformats.org/drawingml/2006/main">
              <a:ext uri="{FF2B5EF4-FFF2-40B4-BE49-F238E27FC236}">
                <a16:creationId xmlns:a16="http://schemas.microsoft.com/office/drawing/2014/main" id="{A094E269-5621-4121-BC29-BB7626C50BCA}"/>
              </a:ext>
            </a:extLst>
          </p:cNvPr>
          <p:cNvSpPr>
            <a:spLocks xmlns:a="http://schemas.openxmlformats.org/drawingml/2006/main" noGrp="1"/>
          </p:cNvSpPr>
          <p:nvPr/>
        </p:nvSpPr>
        <p:spPr>
          <a:xfrm xmlns:a="http://schemas.openxmlformats.org/drawingml/2006/main">
            <a:off x="12684752" y="7483580"/>
            <a:ext cx="293323" cy="1842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i="0">
                <a:solidFill>
                  <a:srgbClr val="9BC6FF"/>
                </a:solidFill>
                <a:latin typeface="Consolas"/>
                <a:ea typeface="Consolas"/>
                <a:cs typeface="Consolas"/>
              </a:defRPr>
            </a:pPr>
            <a:r>
              <a:rPr sz="788" b="0" i="0">
                <a:solidFill>
                  <a:srgbClr val="9BC6FF"/>
                </a:solidFill>
                <a:latin typeface="Consolas"/>
                <a:ea typeface="Consolas"/>
                <a:cs typeface="Consolas"/>
              </a:rPr>
              <a:t>□—□</a:t>
            </a:r>
          </a:p>
        </p:txBody>
      </p:sp>
      <p:sp>
        <p:nvSpPr>
          <p:cNvPr id="34" name="paper-08-text-033">
            <a:extLst xmlns:a="http://schemas.openxmlformats.org/drawingml/2006/main">
              <a:ext uri="{FF2B5EF4-FFF2-40B4-BE49-F238E27FC236}">
                <a16:creationId xmlns:a16="http://schemas.microsoft.com/office/drawing/2014/main" id="{E1A5B138-29BF-4678-A638-4D9D43644E3B}"/>
              </a:ext>
            </a:extLst>
          </p:cNvPr>
          <p:cNvSpPr>
            <a:spLocks xmlns:a="http://schemas.openxmlformats.org/drawingml/2006/main" noGrp="1"/>
          </p:cNvSpPr>
          <p:nvPr/>
        </p:nvSpPr>
        <p:spPr>
          <a:xfrm xmlns:a="http://schemas.openxmlformats.org/drawingml/2006/main">
            <a:off x="12985982" y="7395107"/>
            <a:ext cx="775800" cy="276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40" b="0" i="0">
                <a:solidFill>
                  <a:srgbClr val="EDF4FF"/>
                </a:solidFill>
                <a:latin typeface="Noto Sans KR"/>
                <a:ea typeface="Noto Sans KR"/>
                <a:cs typeface="Noto Sans KR"/>
              </a:defRPr>
            </a:pPr>
            <a:r>
              <a:rPr sz="1140" b="0" i="0">
                <a:solidFill>
                  <a:srgbClr val="EDF4FF"/>
                </a:solidFill>
                <a:latin typeface="Noto Sans KR"/>
                <a:ea typeface="Noto Sans KR"/>
                <a:cs typeface="Noto Sans KR"/>
              </a:rPr>
              <a:t>MCP 서버</a:t>
            </a:r>
          </a:p>
        </p:txBody>
      </p:sp>
      <p:sp>
        <p:nvSpPr>
          <p:cNvPr id="35" name="paper-08-text-034">
            <a:extLst xmlns:a="http://schemas.openxmlformats.org/drawingml/2006/main">
              <a:ext uri="{FF2B5EF4-FFF2-40B4-BE49-F238E27FC236}">
                <a16:creationId xmlns:a16="http://schemas.microsoft.com/office/drawing/2014/main" id="{BF56A08B-C5BF-487B-B1DE-FD8C218474DD}"/>
              </a:ext>
            </a:extLst>
          </p:cNvPr>
          <p:cNvSpPr>
            <a:spLocks xmlns:a="http://schemas.openxmlformats.org/drawingml/2006/main" noGrp="1"/>
          </p:cNvSpPr>
          <p:nvPr/>
        </p:nvSpPr>
        <p:spPr>
          <a:xfrm xmlns:a="http://schemas.openxmlformats.org/drawingml/2006/main">
            <a:off x="12657154" y="7699666"/>
            <a:ext cx="1127838" cy="2389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A4C7ED"/>
                </a:solidFill>
                <a:latin typeface="Consolas"/>
                <a:ea typeface="Consolas"/>
                <a:cs typeface="Consolas"/>
              </a:defRPr>
            </a:pPr>
            <a:r>
              <a:rPr sz="675" b="0" i="0">
                <a:solidFill>
                  <a:srgbClr val="A4C7ED"/>
                </a:solidFill>
                <a:latin typeface="Consolas"/>
                <a:ea typeface="Consolas"/>
                <a:cs typeface="Consolas"/>
              </a:rPr>
              <a:t>tools/list → tools/call</a:t>
            </a:r>
          </a:p>
        </p:txBody>
      </p:sp>
      <p:sp>
        <p:nvSpPr>
          <p:cNvPr id="36" name="paper-08-text-035">
            <a:extLst xmlns:a="http://schemas.openxmlformats.org/drawingml/2006/main">
              <a:ext uri="{FF2B5EF4-FFF2-40B4-BE49-F238E27FC236}">
                <a16:creationId xmlns:a16="http://schemas.microsoft.com/office/drawing/2014/main" id="{9B7DD272-36EB-4ACF-9624-936CEDFA6842}"/>
              </a:ext>
            </a:extLst>
          </p:cNvPr>
          <p:cNvSpPr>
            <a:spLocks xmlns:a="http://schemas.openxmlformats.org/drawingml/2006/main" noGrp="1"/>
          </p:cNvSpPr>
          <p:nvPr/>
        </p:nvSpPr>
        <p:spPr>
          <a:xfrm xmlns:a="http://schemas.openxmlformats.org/drawingml/2006/main">
            <a:off x="12670749" y="7818075"/>
            <a:ext cx="1756244" cy="2895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8695AD"/>
                </a:solidFill>
                <a:latin typeface="Noto Sans KR"/>
                <a:ea typeface="Noto Sans KR"/>
                <a:cs typeface="Noto Sans KR"/>
              </a:defRPr>
            </a:pPr>
            <a:r>
              <a:rPr sz="675" b="0" i="0">
                <a:solidFill>
                  <a:srgbClr val="8695AD"/>
                </a:solidFill>
                <a:latin typeface="Noto Sans KR"/>
                <a:ea typeface="Noto Sans KR"/>
                <a:cs typeface="Noto Sans KR"/>
              </a:rPr>
              <a:t>서버 설정 · 도구 스키마</a:t>
            </a:r>
          </a:p>
        </p:txBody>
      </p:sp>
      <p:sp>
        <p:nvSpPr>
          <p:cNvPr id="37" name="paper-08-text-036">
            <a:extLst xmlns:a="http://schemas.openxmlformats.org/drawingml/2006/main">
              <a:ext uri="{FF2B5EF4-FFF2-40B4-BE49-F238E27FC236}">
                <a16:creationId xmlns:a16="http://schemas.microsoft.com/office/drawing/2014/main" id="{92F45A6D-C812-4D58-8BEF-A77CF064A1DC}"/>
              </a:ext>
            </a:extLst>
          </p:cNvPr>
          <p:cNvSpPr>
            <a:spLocks xmlns:a="http://schemas.openxmlformats.org/drawingml/2006/main" noGrp="1"/>
          </p:cNvSpPr>
          <p:nvPr/>
        </p:nvSpPr>
        <p:spPr>
          <a:xfrm xmlns:a="http://schemas.openxmlformats.org/drawingml/2006/main">
            <a:off x="1467938" y="5598888"/>
            <a:ext cx="2042604" cy="3145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COMMAND LINE</a:t>
            </a:r>
          </a:p>
        </p:txBody>
      </p:sp>
      <p:sp>
        <p:nvSpPr>
          <p:cNvPr id="38" name="paper-08-text-037">
            <a:extLst xmlns:a="http://schemas.openxmlformats.org/drawingml/2006/main">
              <a:ext uri="{FF2B5EF4-FFF2-40B4-BE49-F238E27FC236}">
                <a16:creationId xmlns:a16="http://schemas.microsoft.com/office/drawing/2014/main" id="{504D3068-2F5A-4C95-A083-DB0BBE2A13CA}"/>
              </a:ext>
            </a:extLst>
          </p:cNvPr>
          <p:cNvSpPr>
            <a:spLocks xmlns:a="http://schemas.openxmlformats.org/drawingml/2006/main" noGrp="1"/>
          </p:cNvSpPr>
          <p:nvPr/>
        </p:nvSpPr>
        <p:spPr>
          <a:xfrm xmlns:a="http://schemas.openxmlformats.org/drawingml/2006/main">
            <a:off x="1855373" y="5807697"/>
            <a:ext cx="795500" cy="301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27" b="0" i="0">
                <a:solidFill>
                  <a:srgbClr val="EDF4FF"/>
                </a:solidFill>
                <a:latin typeface="Noto Sans KR"/>
                <a:ea typeface="Noto Sans KR"/>
                <a:cs typeface="Noto Sans KR"/>
              </a:defRPr>
            </a:pPr>
            <a:r>
              <a:rPr sz="1327" b="0" i="0">
                <a:solidFill>
                  <a:srgbClr val="EDF4FF"/>
                </a:solidFill>
                <a:latin typeface="Noto Sans KR"/>
                <a:ea typeface="Noto Sans KR"/>
                <a:cs typeface="Noto Sans KR"/>
              </a:rPr>
              <a:t>CLI 명령</a:t>
            </a:r>
          </a:p>
        </p:txBody>
      </p:sp>
      <p:sp>
        <p:nvSpPr>
          <p:cNvPr id="39" name="paper-08-text-038">
            <a:extLst xmlns:a="http://schemas.openxmlformats.org/drawingml/2006/main">
              <a:ext uri="{FF2B5EF4-FFF2-40B4-BE49-F238E27FC236}">
                <a16:creationId xmlns:a16="http://schemas.microsoft.com/office/drawing/2014/main" id="{75B102CE-FD93-402D-9805-07633B22018B}"/>
              </a:ext>
            </a:extLst>
          </p:cNvPr>
          <p:cNvSpPr>
            <a:spLocks xmlns:a="http://schemas.openxmlformats.org/drawingml/2006/main" noGrp="1"/>
          </p:cNvSpPr>
          <p:nvPr/>
        </p:nvSpPr>
        <p:spPr>
          <a:xfrm xmlns:a="http://schemas.openxmlformats.org/drawingml/2006/main">
            <a:off x="1416236" y="6129056"/>
            <a:ext cx="1380124" cy="291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A4C7ED"/>
                </a:solidFill>
                <a:latin typeface="Consolas"/>
                <a:ea typeface="Consolas"/>
                <a:cs typeface="Consolas"/>
              </a:defRPr>
            </a:pPr>
            <a:r>
              <a:rPr sz="765" b="0" i="0">
                <a:solidFill>
                  <a:srgbClr val="A4C7ED"/>
                </a:solidFill>
                <a:latin typeface="Consolas"/>
                <a:ea typeface="Consolas"/>
                <a:cs typeface="Consolas"/>
              </a:rPr>
              <a:t>$ connect --server market</a:t>
            </a:r>
          </a:p>
        </p:txBody>
      </p:sp>
      <p:sp>
        <p:nvSpPr>
          <p:cNvPr id="40" name="paper-08-text-039">
            <a:extLst xmlns:a="http://schemas.openxmlformats.org/drawingml/2006/main">
              <a:ext uri="{FF2B5EF4-FFF2-40B4-BE49-F238E27FC236}">
                <a16:creationId xmlns:a16="http://schemas.microsoft.com/office/drawing/2014/main" id="{CC43FFA2-8317-48C5-9B0A-A6071659A416}"/>
              </a:ext>
            </a:extLst>
          </p:cNvPr>
          <p:cNvSpPr>
            <a:spLocks xmlns:a="http://schemas.openxmlformats.org/drawingml/2006/main" noGrp="1"/>
          </p:cNvSpPr>
          <p:nvPr/>
        </p:nvSpPr>
        <p:spPr>
          <a:xfrm xmlns:a="http://schemas.openxmlformats.org/drawingml/2006/main">
            <a:off x="1398283" y="6326331"/>
            <a:ext cx="2046057" cy="3525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8695AD"/>
                </a:solidFill>
                <a:latin typeface="Noto Sans KR"/>
                <a:ea typeface="Noto Sans KR"/>
                <a:cs typeface="Noto Sans KR"/>
              </a:defRPr>
            </a:pPr>
            <a:r>
              <a:rPr sz="765" b="0" i="0">
                <a:solidFill>
                  <a:srgbClr val="8695AD"/>
                </a:solidFill>
                <a:latin typeface="Noto Sans KR"/>
                <a:ea typeface="Noto Sans KR"/>
                <a:cs typeface="Noto Sans KR"/>
              </a:rPr>
              <a:t>명령어 · 인자 · 실행 환경</a:t>
            </a:r>
          </a:p>
        </p:txBody>
      </p:sp>
      <p:sp>
        <p:nvSpPr>
          <p:cNvPr id="41" name="paper-08-text-040">
            <a:extLst xmlns:a="http://schemas.openxmlformats.org/drawingml/2006/main">
              <a:ext uri="{FF2B5EF4-FFF2-40B4-BE49-F238E27FC236}">
                <a16:creationId xmlns:a16="http://schemas.microsoft.com/office/drawing/2014/main" id="{B8A4E856-6D3D-4DE9-9A1E-6AA2CFC811FE}"/>
              </a:ext>
            </a:extLst>
          </p:cNvPr>
          <p:cNvSpPr>
            <a:spLocks xmlns:a="http://schemas.openxmlformats.org/drawingml/2006/main" noGrp="1"/>
          </p:cNvSpPr>
          <p:nvPr/>
        </p:nvSpPr>
        <p:spPr>
          <a:xfrm xmlns:a="http://schemas.openxmlformats.org/drawingml/2006/main">
            <a:off x="14702340" y="1735994"/>
            <a:ext cx="1959306" cy="307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CONCURRENCY</a:t>
            </a:r>
          </a:p>
        </p:txBody>
      </p:sp>
      <p:sp>
        <p:nvSpPr>
          <p:cNvPr id="42" name="paper-08-text-041">
            <a:extLst xmlns:a="http://schemas.openxmlformats.org/drawingml/2006/main">
              <a:ext uri="{FF2B5EF4-FFF2-40B4-BE49-F238E27FC236}">
                <a16:creationId xmlns:a16="http://schemas.microsoft.com/office/drawing/2014/main" id="{FEA3214F-9BCC-4569-B1CF-B32D47D5C426}"/>
              </a:ext>
            </a:extLst>
          </p:cNvPr>
          <p:cNvSpPr>
            <a:spLocks xmlns:a="http://schemas.openxmlformats.org/drawingml/2006/main" noGrp="1"/>
          </p:cNvSpPr>
          <p:nvPr/>
        </p:nvSpPr>
        <p:spPr>
          <a:xfrm xmlns:a="http://schemas.openxmlformats.org/drawingml/2006/main">
            <a:off x="14735704" y="1933181"/>
            <a:ext cx="326505" cy="206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85" b="0" i="0">
                <a:solidFill>
                  <a:srgbClr val="9BC6FF"/>
                </a:solidFill>
                <a:latin typeface="Consolas"/>
                <a:ea typeface="Consolas"/>
                <a:cs typeface="Consolas"/>
              </a:defRPr>
            </a:pPr>
            <a:r>
              <a:rPr sz="885" b="0" i="0">
                <a:solidFill>
                  <a:srgbClr val="9BC6FF"/>
                </a:solidFill>
                <a:latin typeface="Consolas"/>
                <a:ea typeface="Consolas"/>
                <a:cs typeface="Consolas"/>
              </a:rPr>
              <a:t>□—□</a:t>
            </a:r>
          </a:p>
        </p:txBody>
      </p:sp>
      <p:sp>
        <p:nvSpPr>
          <p:cNvPr id="43" name="paper-08-text-042">
            <a:extLst xmlns:a="http://schemas.openxmlformats.org/drawingml/2006/main">
              <a:ext uri="{FF2B5EF4-FFF2-40B4-BE49-F238E27FC236}">
                <a16:creationId xmlns:a16="http://schemas.microsoft.com/office/drawing/2014/main" id="{A30760C7-F7E4-4A71-B897-D7A456E0142B}"/>
              </a:ext>
            </a:extLst>
          </p:cNvPr>
          <p:cNvSpPr>
            <a:spLocks xmlns:a="http://schemas.openxmlformats.org/drawingml/2006/main" noGrp="1"/>
          </p:cNvSpPr>
          <p:nvPr/>
        </p:nvSpPr>
        <p:spPr>
          <a:xfrm xmlns:a="http://schemas.openxmlformats.org/drawingml/2006/main">
            <a:off x="15072528" y="1935612"/>
            <a:ext cx="973657" cy="318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EDF4FF"/>
                </a:solidFill>
                <a:latin typeface="Noto Sans KR"/>
                <a:ea typeface="Noto Sans KR"/>
                <a:cs typeface="Noto Sans KR"/>
              </a:defRPr>
            </a:pPr>
            <a:r>
              <a:rPr sz="1275" b="0" i="0">
                <a:solidFill>
                  <a:srgbClr val="EDF4FF"/>
                </a:solidFill>
                <a:latin typeface="Noto Sans KR"/>
                <a:ea typeface="Noto Sans KR"/>
                <a:cs typeface="Noto Sans KR"/>
              </a:rPr>
              <a:t>비동기 처리</a:t>
            </a:r>
          </a:p>
        </p:txBody>
      </p:sp>
      <p:sp>
        <p:nvSpPr>
          <p:cNvPr id="44" name="paper-08-text-043">
            <a:extLst xmlns:a="http://schemas.openxmlformats.org/drawingml/2006/main">
              <a:ext uri="{FF2B5EF4-FFF2-40B4-BE49-F238E27FC236}">
                <a16:creationId xmlns:a16="http://schemas.microsoft.com/office/drawing/2014/main" id="{BD439A44-32FC-4B6A-9425-4EFC2933B30C}"/>
              </a:ext>
            </a:extLst>
          </p:cNvPr>
          <p:cNvSpPr>
            <a:spLocks xmlns:a="http://schemas.openxmlformats.org/drawingml/2006/main" noGrp="1"/>
          </p:cNvSpPr>
          <p:nvPr/>
        </p:nvSpPr>
        <p:spPr>
          <a:xfrm xmlns:a="http://schemas.openxmlformats.org/drawingml/2006/main">
            <a:off x="14653996" y="2248228"/>
            <a:ext cx="1275240" cy="26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A4C7ED"/>
                </a:solidFill>
                <a:latin typeface="Consolas"/>
                <a:ea typeface="Consolas"/>
                <a:cs typeface="Consolas"/>
              </a:defRPr>
            </a:pPr>
            <a:r>
              <a:rPr sz="735" b="0" i="0">
                <a:solidFill>
                  <a:srgbClr val="A4C7ED"/>
                </a:solidFill>
                <a:latin typeface="Consolas"/>
                <a:ea typeface="Consolas"/>
                <a:cs typeface="Consolas"/>
              </a:rPr>
              <a:t>Promise.all / event loop</a:t>
            </a:r>
          </a:p>
        </p:txBody>
      </p:sp>
      <p:sp>
        <p:nvSpPr>
          <p:cNvPr id="45" name="paper-08-text-044">
            <a:extLst xmlns:a="http://schemas.openxmlformats.org/drawingml/2006/main">
              <a:ext uri="{FF2B5EF4-FFF2-40B4-BE49-F238E27FC236}">
                <a16:creationId xmlns:a16="http://schemas.microsoft.com/office/drawing/2014/main" id="{4FBAD9E4-91E9-4CB1-BDA9-2A088487D0C7}"/>
              </a:ext>
            </a:extLst>
          </p:cNvPr>
          <p:cNvSpPr>
            <a:spLocks xmlns:a="http://schemas.openxmlformats.org/drawingml/2006/main" noGrp="1"/>
          </p:cNvSpPr>
          <p:nvPr/>
        </p:nvSpPr>
        <p:spPr>
          <a:xfrm xmlns:a="http://schemas.openxmlformats.org/drawingml/2006/main">
            <a:off x="14638025" y="2423715"/>
            <a:ext cx="1961034" cy="325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8695AD"/>
                </a:solidFill>
                <a:latin typeface="Noto Sans KR"/>
                <a:ea typeface="Noto Sans KR"/>
                <a:cs typeface="Noto Sans KR"/>
              </a:defRPr>
            </a:pPr>
            <a:r>
              <a:rPr sz="735" b="0" i="0">
                <a:solidFill>
                  <a:srgbClr val="8695AD"/>
                </a:solidFill>
                <a:latin typeface="Noto Sans KR"/>
                <a:ea typeface="Noto Sans KR"/>
                <a:cs typeface="Noto Sans KR"/>
              </a:rPr>
              <a:t>동시 요청 · 순서 · 대기</a:t>
            </a:r>
          </a:p>
        </p:txBody>
      </p:sp>
      <p:sp>
        <p:nvSpPr>
          <p:cNvPr id="46" name="paper-08-text-045">
            <a:extLst xmlns:a="http://schemas.openxmlformats.org/drawingml/2006/main">
              <a:ext uri="{FF2B5EF4-FFF2-40B4-BE49-F238E27FC236}">
                <a16:creationId xmlns:a16="http://schemas.microsoft.com/office/drawing/2014/main" id="{3D7CB077-5825-4E39-8743-1548DE1037CC}"/>
              </a:ext>
            </a:extLst>
          </p:cNvPr>
          <p:cNvSpPr>
            <a:spLocks xmlns:a="http://schemas.openxmlformats.org/drawingml/2006/main" noGrp="1"/>
          </p:cNvSpPr>
          <p:nvPr/>
        </p:nvSpPr>
        <p:spPr>
          <a:xfrm xmlns:a="http://schemas.openxmlformats.org/drawingml/2006/main">
            <a:off x="5017566" y="1485500"/>
            <a:ext cx="1959307" cy="307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ENVIRONMENT</a:t>
            </a:r>
          </a:p>
        </p:txBody>
      </p:sp>
      <p:sp>
        <p:nvSpPr>
          <p:cNvPr id="47" name="paper-08-text-046">
            <a:extLst xmlns:a="http://schemas.openxmlformats.org/drawingml/2006/main">
              <a:ext uri="{FF2B5EF4-FFF2-40B4-BE49-F238E27FC236}">
                <a16:creationId xmlns:a16="http://schemas.microsoft.com/office/drawing/2014/main" id="{2918E479-7CB0-4AB6-94E9-71D56A07F48B}"/>
              </a:ext>
            </a:extLst>
          </p:cNvPr>
          <p:cNvSpPr>
            <a:spLocks xmlns:a="http://schemas.openxmlformats.org/drawingml/2006/main" noGrp="1"/>
          </p:cNvSpPr>
          <p:nvPr/>
        </p:nvSpPr>
        <p:spPr>
          <a:xfrm xmlns:a="http://schemas.openxmlformats.org/drawingml/2006/main">
            <a:off x="5427897" y="1729077"/>
            <a:ext cx="825293" cy="304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EDF4FF"/>
                </a:solidFill>
                <a:latin typeface="Noto Sans KR"/>
                <a:ea typeface="Noto Sans KR"/>
                <a:cs typeface="Noto Sans KR"/>
              </a:defRPr>
            </a:pPr>
            <a:r>
              <a:rPr sz="1275" b="0" i="0">
                <a:solidFill>
                  <a:srgbClr val="EDF4FF"/>
                </a:solidFill>
                <a:latin typeface="Noto Sans KR"/>
                <a:ea typeface="Noto Sans KR"/>
                <a:cs typeface="Noto Sans KR"/>
              </a:rPr>
              <a:t>환경 구성</a:t>
            </a:r>
          </a:p>
        </p:txBody>
      </p:sp>
      <p:sp>
        <p:nvSpPr>
          <p:cNvPr id="48" name="paper-08-text-047">
            <a:extLst xmlns:a="http://schemas.openxmlformats.org/drawingml/2006/main">
              <a:ext uri="{FF2B5EF4-FFF2-40B4-BE49-F238E27FC236}">
                <a16:creationId xmlns:a16="http://schemas.microsoft.com/office/drawing/2014/main" id="{06074CB7-F3AE-4D01-8674-6DDF7ECD2691}"/>
              </a:ext>
            </a:extLst>
          </p:cNvPr>
          <p:cNvSpPr>
            <a:spLocks xmlns:a="http://schemas.openxmlformats.org/drawingml/2006/main" noGrp="1"/>
          </p:cNvSpPr>
          <p:nvPr/>
        </p:nvSpPr>
        <p:spPr>
          <a:xfrm xmlns:a="http://schemas.openxmlformats.org/drawingml/2006/main">
            <a:off x="5064183" y="2069452"/>
            <a:ext cx="1172971" cy="254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A4C7ED"/>
                </a:solidFill>
                <a:latin typeface="Consolas"/>
                <a:ea typeface="Consolas"/>
                <a:cs typeface="Consolas"/>
              </a:defRPr>
            </a:pPr>
            <a:r>
              <a:rPr sz="735" b="0" i="0">
                <a:solidFill>
                  <a:srgbClr val="A4C7ED"/>
                </a:solidFill>
                <a:latin typeface="Consolas"/>
                <a:ea typeface="Consolas"/>
                <a:cs typeface="Consolas"/>
              </a:rPr>
              <a:t>PATH / .env / packages</a:t>
            </a:r>
          </a:p>
        </p:txBody>
      </p:sp>
      <p:sp>
        <p:nvSpPr>
          <p:cNvPr id="49" name="paper-08-text-048">
            <a:extLst xmlns:a="http://schemas.openxmlformats.org/drawingml/2006/main">
              <a:ext uri="{FF2B5EF4-FFF2-40B4-BE49-F238E27FC236}">
                <a16:creationId xmlns:a16="http://schemas.microsoft.com/office/drawing/2014/main" id="{15CC4602-4A59-4D23-B115-79BB88009EB6}"/>
              </a:ext>
            </a:extLst>
          </p:cNvPr>
          <p:cNvSpPr>
            <a:spLocks xmlns:a="http://schemas.openxmlformats.org/drawingml/2006/main" noGrp="1"/>
          </p:cNvSpPr>
          <p:nvPr/>
        </p:nvSpPr>
        <p:spPr>
          <a:xfrm xmlns:a="http://schemas.openxmlformats.org/drawingml/2006/main">
            <a:off x="5080154" y="2173220"/>
            <a:ext cx="1961034" cy="3259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8695AD"/>
                </a:solidFill>
                <a:latin typeface="Noto Sans KR"/>
                <a:ea typeface="Noto Sans KR"/>
                <a:cs typeface="Noto Sans KR"/>
              </a:defRPr>
            </a:pPr>
            <a:r>
              <a:rPr sz="735" b="0" i="0">
                <a:solidFill>
                  <a:srgbClr val="8695AD"/>
                </a:solidFill>
                <a:latin typeface="Noto Sans KR"/>
                <a:ea typeface="Noto Sans KR"/>
                <a:cs typeface="Noto Sans KR"/>
              </a:rPr>
              <a:t>의존성 · 버전 · 설치</a:t>
            </a:r>
          </a:p>
        </p:txBody>
      </p:sp>
      <p:sp>
        <p:nvSpPr>
          <p:cNvPr id="50" name="paper-08-text-049">
            <a:extLst xmlns:a="http://schemas.openxmlformats.org/drawingml/2006/main">
              <a:ext uri="{FF2B5EF4-FFF2-40B4-BE49-F238E27FC236}">
                <a16:creationId xmlns:a16="http://schemas.microsoft.com/office/drawing/2014/main" id="{4A75CC9B-5F12-4C83-B3AC-3C5797F81227}"/>
              </a:ext>
            </a:extLst>
          </p:cNvPr>
          <p:cNvSpPr>
            <a:spLocks xmlns:a="http://schemas.openxmlformats.org/drawingml/2006/main" noGrp="1"/>
          </p:cNvSpPr>
          <p:nvPr/>
        </p:nvSpPr>
        <p:spPr>
          <a:xfrm xmlns:a="http://schemas.openxmlformats.org/drawingml/2006/main">
            <a:off x="7505724" y="8524837"/>
            <a:ext cx="2456405" cy="295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7191B6"/>
                </a:solidFill>
                <a:latin typeface="Consolas"/>
                <a:ea typeface="Consolas"/>
                <a:cs typeface="Consolas"/>
              </a:defRPr>
            </a:pPr>
            <a:r>
              <a:rPr sz="675" b="0" i="0">
                <a:solidFill>
                  <a:srgbClr val="7191B6"/>
                </a:solidFill>
                <a:latin typeface="Consolas"/>
                <a:ea typeface="Consolas"/>
                <a:cs typeface="Consolas"/>
              </a:rPr>
              <a:t>DATA PIPELINE</a:t>
            </a:r>
          </a:p>
        </p:txBody>
      </p:sp>
      <p:sp>
        <p:nvSpPr>
          <p:cNvPr id="51" name="paper-08-text-050">
            <a:extLst xmlns:a="http://schemas.openxmlformats.org/drawingml/2006/main">
              <a:ext uri="{FF2B5EF4-FFF2-40B4-BE49-F238E27FC236}">
                <a16:creationId xmlns:a16="http://schemas.microsoft.com/office/drawing/2014/main" id="{5D2A8905-082C-4723-A3BB-6B9E7AD155E8}"/>
              </a:ext>
            </a:extLst>
          </p:cNvPr>
          <p:cNvSpPr>
            <a:spLocks xmlns:a="http://schemas.openxmlformats.org/drawingml/2006/main" noGrp="1"/>
          </p:cNvSpPr>
          <p:nvPr/>
        </p:nvSpPr>
        <p:spPr>
          <a:xfrm xmlns:a="http://schemas.openxmlformats.org/drawingml/2006/main">
            <a:off x="7604010" y="8778368"/>
            <a:ext cx="301885" cy="217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10" b="0" i="0">
                <a:solidFill>
                  <a:srgbClr val="9BC6FF"/>
                </a:solidFill>
                <a:latin typeface="Consolas"/>
                <a:ea typeface="Consolas"/>
                <a:cs typeface="Consolas"/>
              </a:defRPr>
            </a:pPr>
            <a:r>
              <a:rPr sz="1110" b="0" i="0">
                <a:solidFill>
                  <a:srgbClr val="9BC6FF"/>
                </a:solidFill>
                <a:latin typeface="Consolas"/>
                <a:ea typeface="Consolas"/>
                <a:cs typeface="Consolas"/>
              </a:rPr>
              <a:t>◎</a:t>
            </a:r>
          </a:p>
        </p:txBody>
      </p:sp>
      <p:sp>
        <p:nvSpPr>
          <p:cNvPr id="52" name="paper-08-text-051">
            <a:extLst xmlns:a="http://schemas.openxmlformats.org/drawingml/2006/main">
              <a:ext uri="{FF2B5EF4-FFF2-40B4-BE49-F238E27FC236}">
                <a16:creationId xmlns:a16="http://schemas.microsoft.com/office/drawing/2014/main" id="{A620FD5B-9D1C-40BF-ACAE-E1A6BD91BF46}"/>
              </a:ext>
            </a:extLst>
          </p:cNvPr>
          <p:cNvSpPr>
            <a:spLocks xmlns:a="http://schemas.openxmlformats.org/drawingml/2006/main" noGrp="1"/>
          </p:cNvSpPr>
          <p:nvPr/>
        </p:nvSpPr>
        <p:spPr>
          <a:xfrm xmlns:a="http://schemas.openxmlformats.org/drawingml/2006/main">
            <a:off x="7983566" y="8763019"/>
            <a:ext cx="1203504" cy="344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98" b="0" i="0">
                <a:solidFill>
                  <a:srgbClr val="EDF4FF"/>
                </a:solidFill>
                <a:latin typeface="Noto Sans KR"/>
                <a:ea typeface="Noto Sans KR"/>
                <a:cs typeface="Noto Sans KR"/>
              </a:defRPr>
            </a:pPr>
            <a:r>
              <a:rPr sz="1598" b="0" i="0">
                <a:solidFill>
                  <a:srgbClr val="EDF4FF"/>
                </a:solidFill>
                <a:latin typeface="Noto Sans KR"/>
                <a:ea typeface="Noto Sans KR"/>
                <a:cs typeface="Noto Sans KR"/>
              </a:rPr>
              <a:t>데이터 변환</a:t>
            </a:r>
          </a:p>
        </p:txBody>
      </p:sp>
      <p:sp>
        <p:nvSpPr>
          <p:cNvPr id="53" name="paper-08-text-052">
            <a:extLst xmlns:a="http://schemas.openxmlformats.org/drawingml/2006/main">
              <a:ext uri="{FF2B5EF4-FFF2-40B4-BE49-F238E27FC236}">
                <a16:creationId xmlns:a16="http://schemas.microsoft.com/office/drawing/2014/main" id="{C5AB5371-7044-4B3E-A5B1-14AB8B8B9CED}"/>
              </a:ext>
            </a:extLst>
          </p:cNvPr>
          <p:cNvSpPr>
            <a:spLocks xmlns:a="http://schemas.openxmlformats.org/drawingml/2006/main" noGrp="1"/>
          </p:cNvSpPr>
          <p:nvPr/>
        </p:nvSpPr>
        <p:spPr>
          <a:xfrm xmlns:a="http://schemas.openxmlformats.org/drawingml/2006/main">
            <a:off x="7465582" y="9162483"/>
            <a:ext cx="1783282" cy="293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23" b="0" i="0">
                <a:solidFill>
                  <a:srgbClr val="A4C7ED"/>
                </a:solidFill>
                <a:latin typeface="Consolas"/>
                <a:ea typeface="Consolas"/>
                <a:cs typeface="Consolas"/>
              </a:defRPr>
            </a:pPr>
            <a:r>
              <a:rPr sz="923" b="0" i="0">
                <a:solidFill>
                  <a:srgbClr val="A4C7ED"/>
                </a:solidFill>
                <a:latin typeface="Consolas"/>
                <a:ea typeface="Consolas"/>
                <a:cs typeface="Consolas"/>
              </a:rPr>
              <a:t>JSON → normalize → validate</a:t>
            </a:r>
          </a:p>
        </p:txBody>
      </p:sp>
      <p:sp>
        <p:nvSpPr>
          <p:cNvPr id="54" name="paper-08-text-053">
            <a:extLst xmlns:a="http://schemas.openxmlformats.org/drawingml/2006/main">
              <a:ext uri="{FF2B5EF4-FFF2-40B4-BE49-F238E27FC236}">
                <a16:creationId xmlns:a16="http://schemas.microsoft.com/office/drawing/2014/main" id="{B7E479A3-FBB3-494E-9B34-5E49B070FDE7}"/>
              </a:ext>
            </a:extLst>
          </p:cNvPr>
          <p:cNvSpPr>
            <a:spLocks xmlns:a="http://schemas.openxmlformats.org/drawingml/2006/main" noGrp="1"/>
          </p:cNvSpPr>
          <p:nvPr/>
        </p:nvSpPr>
        <p:spPr>
          <a:xfrm xmlns:a="http://schemas.openxmlformats.org/drawingml/2006/main">
            <a:off x="7451918" y="9392463"/>
            <a:ext cx="2458664" cy="333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23" b="0" i="0">
                <a:solidFill>
                  <a:srgbClr val="8695AD"/>
                </a:solidFill>
                <a:latin typeface="Noto Sans KR"/>
                <a:ea typeface="Noto Sans KR"/>
                <a:cs typeface="Noto Sans KR"/>
              </a:defRPr>
            </a:pPr>
            <a:r>
              <a:rPr sz="923" b="0" i="0">
                <a:solidFill>
                  <a:srgbClr val="8695AD"/>
                </a:solidFill>
                <a:latin typeface="Noto Sans KR"/>
                <a:ea typeface="Noto Sans KR"/>
                <a:cs typeface="Noto Sans KR"/>
              </a:rPr>
              <a:t>타입 · 누락값 · 형식</a:t>
            </a:r>
          </a:p>
        </p:txBody>
      </p:sp>
      <p:sp>
        <p:nvSpPr>
          <p:cNvPr id="55" name="paper-08-text-054">
            <a:extLst xmlns:a="http://schemas.openxmlformats.org/drawingml/2006/main">
              <a:ext uri="{FF2B5EF4-FFF2-40B4-BE49-F238E27FC236}">
                <a16:creationId xmlns:a16="http://schemas.microsoft.com/office/drawing/2014/main" id="{C5735F12-9875-4415-9972-BEECD7D6A0A3}"/>
              </a:ext>
            </a:extLst>
          </p:cNvPr>
          <p:cNvSpPr>
            <a:spLocks xmlns:a="http://schemas.openxmlformats.org/drawingml/2006/main" noGrp="1"/>
          </p:cNvSpPr>
          <p:nvPr/>
        </p:nvSpPr>
        <p:spPr>
          <a:xfrm xmlns:a="http://schemas.openxmlformats.org/drawingml/2006/main">
            <a:off x="11368892" y="1807710"/>
            <a:ext cx="1830313" cy="1662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STREAMING</a:t>
            </a:r>
          </a:p>
        </p:txBody>
      </p:sp>
      <p:sp>
        <p:nvSpPr>
          <p:cNvPr id="56" name="paper-08-text-055">
            <a:extLst xmlns:a="http://schemas.openxmlformats.org/drawingml/2006/main">
              <a:ext uri="{FF2B5EF4-FFF2-40B4-BE49-F238E27FC236}">
                <a16:creationId xmlns:a16="http://schemas.microsoft.com/office/drawing/2014/main" id="{8CA4BE5B-1B4C-41D9-AD85-3328247BDE7B}"/>
              </a:ext>
            </a:extLst>
          </p:cNvPr>
          <p:cNvSpPr>
            <a:spLocks xmlns:a="http://schemas.openxmlformats.org/drawingml/2006/main" noGrp="1"/>
          </p:cNvSpPr>
          <p:nvPr/>
        </p:nvSpPr>
        <p:spPr>
          <a:xfrm xmlns:a="http://schemas.openxmlformats.org/drawingml/2006/main">
            <a:off x="11415373" y="1992453"/>
            <a:ext cx="285690" cy="174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i="0">
                <a:solidFill>
                  <a:srgbClr val="9BC6FF"/>
                </a:solidFill>
                <a:latin typeface="Consolas"/>
                <a:ea typeface="Consolas"/>
                <a:cs typeface="Consolas"/>
              </a:defRPr>
            </a:pPr>
            <a:r>
              <a:rPr sz="788" b="0" i="0">
                <a:solidFill>
                  <a:srgbClr val="9BC6FF"/>
                </a:solidFill>
                <a:latin typeface="Consolas"/>
                <a:ea typeface="Consolas"/>
                <a:cs typeface="Consolas"/>
              </a:rPr>
              <a:t>□—□</a:t>
            </a:r>
          </a:p>
        </p:txBody>
      </p:sp>
      <p:sp>
        <p:nvSpPr>
          <p:cNvPr id="57" name="paper-08-text-056">
            <a:extLst xmlns:a="http://schemas.openxmlformats.org/drawingml/2006/main">
              <a:ext uri="{FF2B5EF4-FFF2-40B4-BE49-F238E27FC236}">
                <a16:creationId xmlns:a16="http://schemas.microsoft.com/office/drawing/2014/main" id="{15FD1ED2-109A-46B4-8F0B-70BA4B57419D}"/>
              </a:ext>
            </a:extLst>
          </p:cNvPr>
          <p:cNvSpPr>
            <a:spLocks xmlns:a="http://schemas.openxmlformats.org/drawingml/2006/main" noGrp="1"/>
          </p:cNvSpPr>
          <p:nvPr/>
        </p:nvSpPr>
        <p:spPr>
          <a:xfrm xmlns:a="http://schemas.openxmlformats.org/drawingml/2006/main">
            <a:off x="11719271" y="1969729"/>
            <a:ext cx="864088" cy="242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40" b="0" i="0">
                <a:solidFill>
                  <a:srgbClr val="EDF4FF"/>
                </a:solidFill>
                <a:latin typeface="Noto Sans KR"/>
                <a:ea typeface="Noto Sans KR"/>
                <a:cs typeface="Noto Sans KR"/>
              </a:defRPr>
            </a:pPr>
            <a:r>
              <a:rPr sz="1140" b="0" i="0">
                <a:solidFill>
                  <a:srgbClr val="EDF4FF"/>
                </a:solidFill>
                <a:latin typeface="Noto Sans KR"/>
                <a:ea typeface="Noto Sans KR"/>
                <a:cs typeface="Noto Sans KR"/>
              </a:rPr>
              <a:t>실시간 구독</a:t>
            </a:r>
          </a:p>
        </p:txBody>
      </p:sp>
      <p:sp>
        <p:nvSpPr>
          <p:cNvPr id="58" name="paper-08-text-057">
            <a:extLst xmlns:a="http://schemas.openxmlformats.org/drawingml/2006/main">
              <a:ext uri="{FF2B5EF4-FFF2-40B4-BE49-F238E27FC236}">
                <a16:creationId xmlns:a16="http://schemas.microsoft.com/office/drawing/2014/main" id="{773A7656-4A7E-4665-8E8A-6F9F53114C39}"/>
              </a:ext>
            </a:extLst>
          </p:cNvPr>
          <p:cNvSpPr>
            <a:spLocks xmlns:a="http://schemas.openxmlformats.org/drawingml/2006/main" noGrp="1"/>
          </p:cNvSpPr>
          <p:nvPr/>
        </p:nvSpPr>
        <p:spPr>
          <a:xfrm xmlns:a="http://schemas.openxmlformats.org/drawingml/2006/main">
            <a:off x="11359495" y="2278069"/>
            <a:ext cx="1106167" cy="171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75" b="0" i="0">
                <a:solidFill>
                  <a:srgbClr val="A4C7ED"/>
                </a:solidFill>
                <a:latin typeface="Consolas"/>
                <a:ea typeface="Consolas"/>
                <a:cs typeface="Consolas"/>
              </a:defRPr>
            </a:pPr>
            <a:r>
              <a:rPr sz="675" b="0" i="0">
                <a:solidFill>
                  <a:srgbClr val="A4C7ED"/>
                </a:solidFill>
                <a:latin typeface="Consolas"/>
                <a:ea typeface="Consolas"/>
                <a:cs typeface="Consolas"/>
              </a:rPr>
              <a:t>WebSocket / reconnect</a:t>
            </a:r>
          </a:p>
        </p:txBody>
      </p:sp>
      <p:sp>
        <p:nvSpPr>
          <p:cNvPr id="59" name="paper-08-text-058">
            <a:extLst xmlns:a="http://schemas.openxmlformats.org/drawingml/2006/main">
              <a:ext uri="{FF2B5EF4-FFF2-40B4-BE49-F238E27FC236}">
                <a16:creationId xmlns:a16="http://schemas.microsoft.com/office/drawing/2014/main" id="{76B661F5-D005-4066-AA0C-122B0A546DD5}"/>
              </a:ext>
            </a:extLst>
          </p:cNvPr>
          <p:cNvSpPr>
            <a:spLocks xmlns:a="http://schemas.openxmlformats.org/drawingml/2006/main" noGrp="1"/>
          </p:cNvSpPr>
          <p:nvPr/>
        </p:nvSpPr>
        <p:spPr>
          <a:xfrm xmlns:a="http://schemas.openxmlformats.org/drawingml/2006/main">
            <a:off x="11356241" y="2447553"/>
            <a:ext cx="1830679" cy="185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75" b="0" i="0">
                <a:solidFill>
                  <a:srgbClr val="8695AD"/>
                </a:solidFill>
                <a:latin typeface="Noto Sans KR"/>
                <a:ea typeface="Noto Sans KR"/>
                <a:cs typeface="Noto Sans KR"/>
              </a:defRPr>
            </a:pPr>
            <a:r>
              <a:rPr sz="675" b="0" i="0">
                <a:solidFill>
                  <a:srgbClr val="8695AD"/>
                </a:solidFill>
                <a:latin typeface="Noto Sans KR"/>
                <a:ea typeface="Noto Sans KR"/>
                <a:cs typeface="Noto Sans KR"/>
              </a:rPr>
              <a:t>연결 유지 · 이벤트 처리</a:t>
            </a:r>
          </a:p>
        </p:txBody>
      </p:sp>
    </p:spTree>
    <p:extLst>
      <p:ext uri="{BB962C8B-B14F-4D97-AF65-F5344CB8AC3E}">
        <p14:creationId xmlns:p14="http://schemas.microsoft.com/office/powerpoint/2010/main" val="13202059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2bd98f2a8b8a452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09-text-001">
            <a:extLst xmlns:a="http://schemas.openxmlformats.org/drawingml/2006/main">
              <a:ext uri="{FF2B5EF4-FFF2-40B4-BE49-F238E27FC236}">
                <a16:creationId xmlns:a16="http://schemas.microsoft.com/office/drawing/2014/main" id="{901442EF-E243-431A-878F-8B5F1FBED44F}"/>
              </a:ext>
            </a:extLst>
          </p:cNvPr>
          <p:cNvSpPr>
            <a:spLocks xmlns:a="http://schemas.openxmlformats.org/drawingml/2006/main" noGrp="1"/>
          </p:cNvSpPr>
          <p:nvPr/>
        </p:nvSpPr>
        <p:spPr>
          <a:xfrm xmlns:a="http://schemas.openxmlformats.org/drawingml/2006/main">
            <a:off x="942975" y="503873"/>
            <a:ext cx="1690497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0" i="0">
                <a:solidFill>
                  <a:srgbClr val="EDF4FF"/>
                </a:solidFill>
                <a:latin typeface="Daki M Title"/>
                <a:ea typeface="Daki M Title"/>
                <a:cs typeface="Daki M Title"/>
              </a:defRPr>
            </a:pPr>
            <a:r>
              <a:rPr sz="4500" b="0" i="0">
                <a:solidFill>
                  <a:srgbClr val="EDF4FF"/>
                </a:solidFill>
                <a:latin typeface="Daki M Title"/>
                <a:ea typeface="Daki M Title"/>
                <a:cs typeface="Daki M Title"/>
              </a:rPr>
              <a:t>투자자가 직접 떠안아야 하는 개발 부담</a:t>
            </a:r>
          </a:p>
        </p:txBody>
      </p:sp>
      <p:sp>
        <p:nvSpPr>
          <p:cNvPr id="3" name="paper-09-text-002">
            <a:extLst xmlns:a="http://schemas.openxmlformats.org/drawingml/2006/main">
              <a:ext uri="{FF2B5EF4-FFF2-40B4-BE49-F238E27FC236}">
                <a16:creationId xmlns:a16="http://schemas.microsoft.com/office/drawing/2014/main" id="{31ABF1BF-0BFE-4458-9B74-6241BFDC4E53}"/>
              </a:ext>
            </a:extLst>
          </p:cNvPr>
          <p:cNvSpPr>
            <a:spLocks xmlns:a="http://schemas.openxmlformats.org/drawingml/2006/main" noGrp="1"/>
          </p:cNvSpPr>
          <p:nvPr/>
        </p:nvSpPr>
        <p:spPr>
          <a:xfrm xmlns:a="http://schemas.openxmlformats.org/drawingml/2006/main">
            <a:off x="942975" y="1428750"/>
            <a:ext cx="1661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91A1B9"/>
                </a:solidFill>
                <a:latin typeface="Daki L"/>
                <a:ea typeface="Daki L"/>
                <a:cs typeface="Daki L"/>
              </a:defRPr>
            </a:pPr>
            <a:r>
              <a:rPr sz="1875" b="0" i="0">
                <a:solidFill>
                  <a:srgbClr val="91A1B9"/>
                </a:solidFill>
                <a:latin typeface="Daki L"/>
                <a:ea typeface="Daki L"/>
                <a:cs typeface="Daki L"/>
              </a:rPr>
              <a:t>API · MCP · CLI가 제공되어도, 직접 만들어야 할 작업은 남아 있습니다.</a:t>
            </a:r>
          </a:p>
        </p:txBody>
      </p:sp>
      <p:sp>
        <p:nvSpPr>
          <p:cNvPr id="4" name="paper-09-text-003">
            <a:extLst xmlns:a="http://schemas.openxmlformats.org/drawingml/2006/main">
              <a:ext uri="{FF2B5EF4-FFF2-40B4-BE49-F238E27FC236}">
                <a16:creationId xmlns:a16="http://schemas.microsoft.com/office/drawing/2014/main" id="{D5CF7FA9-DDA1-42D9-9BA5-BEF4E1EA08B9}"/>
              </a:ext>
            </a:extLst>
          </p:cNvPr>
          <p:cNvSpPr>
            <a:spLocks xmlns:a="http://schemas.openxmlformats.org/drawingml/2006/main" noGrp="1"/>
          </p:cNvSpPr>
          <p:nvPr/>
        </p:nvSpPr>
        <p:spPr>
          <a:xfrm xmlns:a="http://schemas.openxmlformats.org/drawingml/2006/main">
            <a:off x="2566417" y="3442745"/>
            <a:ext cx="2911616" cy="356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03" b="0" i="0">
                <a:solidFill>
                  <a:srgbClr val="7191B6"/>
                </a:solidFill>
                <a:latin typeface="Consolas"/>
                <a:ea typeface="Consolas"/>
                <a:cs typeface="Consolas"/>
              </a:defRPr>
            </a:pPr>
            <a:r>
              <a:rPr sz="803" b="0" i="0">
                <a:solidFill>
                  <a:srgbClr val="7191B6"/>
                </a:solidFill>
                <a:latin typeface="Consolas"/>
                <a:ea typeface="Consolas"/>
                <a:cs typeface="Consolas"/>
              </a:rPr>
              <a:t>LANGUAGES</a:t>
            </a:r>
          </a:p>
        </p:txBody>
      </p:sp>
      <p:sp>
        <p:nvSpPr>
          <p:cNvPr id="5" name="paper-09-text-004">
            <a:extLst xmlns:a="http://schemas.openxmlformats.org/drawingml/2006/main">
              <a:ext uri="{FF2B5EF4-FFF2-40B4-BE49-F238E27FC236}">
                <a16:creationId xmlns:a16="http://schemas.microsoft.com/office/drawing/2014/main" id="{DA28AB3B-357D-4624-9CFD-1FB99B7A7C1C}"/>
              </a:ext>
            </a:extLst>
          </p:cNvPr>
          <p:cNvSpPr>
            <a:spLocks xmlns:a="http://schemas.openxmlformats.org/drawingml/2006/main" noGrp="1"/>
          </p:cNvSpPr>
          <p:nvPr/>
        </p:nvSpPr>
        <p:spPr>
          <a:xfrm xmlns:a="http://schemas.openxmlformats.org/drawingml/2006/main">
            <a:off x="3173891" y="3724626"/>
            <a:ext cx="1866956" cy="4467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98" b="0" i="0">
                <a:solidFill>
                  <a:srgbClr val="EDF4FF"/>
                </a:solidFill>
                <a:latin typeface="Noto Sans KR"/>
                <a:ea typeface="Noto Sans KR"/>
                <a:cs typeface="Noto Sans KR"/>
              </a:defRPr>
            </a:pPr>
            <a:r>
              <a:rPr sz="1898" b="0" i="0">
                <a:solidFill>
                  <a:srgbClr val="EDF4FF"/>
                </a:solidFill>
                <a:latin typeface="Noto Sans KR"/>
                <a:ea typeface="Noto Sans KR"/>
                <a:cs typeface="Noto Sans KR"/>
              </a:rPr>
              <a:t>프로그래밍 언어</a:t>
            </a:r>
          </a:p>
        </p:txBody>
      </p:sp>
      <p:sp>
        <p:nvSpPr>
          <p:cNvPr id="6" name="paper-09-text-005">
            <a:extLst xmlns:a="http://schemas.openxmlformats.org/drawingml/2006/main">
              <a:ext uri="{FF2B5EF4-FFF2-40B4-BE49-F238E27FC236}">
                <a16:creationId xmlns:a16="http://schemas.microsoft.com/office/drawing/2014/main" id="{E8717B89-B96C-4982-BE5E-CB28F33C20BF}"/>
              </a:ext>
            </a:extLst>
          </p:cNvPr>
          <p:cNvSpPr>
            <a:spLocks xmlns:a="http://schemas.openxmlformats.org/drawingml/2006/main" noGrp="1"/>
          </p:cNvSpPr>
          <p:nvPr/>
        </p:nvSpPr>
        <p:spPr>
          <a:xfrm xmlns:a="http://schemas.openxmlformats.org/drawingml/2006/main">
            <a:off x="2615014" y="4315365"/>
            <a:ext cx="1041115" cy="2733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95" b="0" i="0">
                <a:solidFill>
                  <a:srgbClr val="A4C7ED"/>
                </a:solidFill>
                <a:latin typeface="Consolas"/>
                <a:ea typeface="Consolas"/>
                <a:cs typeface="Consolas"/>
              </a:defRPr>
            </a:pPr>
            <a:r>
              <a:rPr sz="1095" b="0" i="0">
                <a:solidFill>
                  <a:srgbClr val="A4C7ED"/>
                </a:solidFill>
                <a:latin typeface="Consolas"/>
                <a:ea typeface="Consolas"/>
                <a:cs typeface="Consolas"/>
              </a:rPr>
              <a:t>async / await</a:t>
            </a:r>
          </a:p>
        </p:txBody>
      </p:sp>
      <p:sp>
        <p:nvSpPr>
          <p:cNvPr id="7" name="paper-09-text-006">
            <a:extLst xmlns:a="http://schemas.openxmlformats.org/drawingml/2006/main">
              <a:ext uri="{FF2B5EF4-FFF2-40B4-BE49-F238E27FC236}">
                <a16:creationId xmlns:a16="http://schemas.microsoft.com/office/drawing/2014/main" id="{966FF6E8-1CFF-43AB-82D7-D3CD1F62AC75}"/>
              </a:ext>
            </a:extLst>
          </p:cNvPr>
          <p:cNvSpPr>
            <a:spLocks xmlns:a="http://schemas.openxmlformats.org/drawingml/2006/main" noGrp="1"/>
          </p:cNvSpPr>
          <p:nvPr/>
        </p:nvSpPr>
        <p:spPr>
          <a:xfrm xmlns:a="http://schemas.openxmlformats.org/drawingml/2006/main">
            <a:off x="2632033" y="4457419"/>
            <a:ext cx="2914074" cy="394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95" b="0" i="0">
                <a:solidFill>
                  <a:srgbClr val="8695AD"/>
                </a:solidFill>
                <a:latin typeface="Noto Sans KR"/>
                <a:ea typeface="Noto Sans KR"/>
                <a:cs typeface="Noto Sans KR"/>
              </a:defRPr>
            </a:pPr>
            <a:r>
              <a:rPr sz="1095" b="0" i="0">
                <a:solidFill>
                  <a:srgbClr val="8695AD"/>
                </a:solidFill>
                <a:latin typeface="Noto Sans KR"/>
                <a:ea typeface="Noto Sans KR"/>
                <a:cs typeface="Noto Sans KR"/>
              </a:rPr>
              <a:t>Python · JavaScript</a:t>
            </a:r>
          </a:p>
        </p:txBody>
      </p:sp>
      <p:sp>
        <p:nvSpPr>
          <p:cNvPr id="8" name="paper-09-text-007">
            <a:extLst xmlns:a="http://schemas.openxmlformats.org/drawingml/2006/main">
              <a:ext uri="{FF2B5EF4-FFF2-40B4-BE49-F238E27FC236}">
                <a16:creationId xmlns:a16="http://schemas.microsoft.com/office/drawing/2014/main" id="{A139E912-152B-42F1-B469-8F4B08ACA829}"/>
              </a:ext>
            </a:extLst>
          </p:cNvPr>
          <p:cNvSpPr>
            <a:spLocks xmlns:a="http://schemas.openxmlformats.org/drawingml/2006/main" noGrp="1"/>
          </p:cNvSpPr>
          <p:nvPr/>
        </p:nvSpPr>
        <p:spPr>
          <a:xfrm xmlns:a="http://schemas.openxmlformats.org/drawingml/2006/main">
            <a:off x="7931829" y="3212007"/>
            <a:ext cx="3570973" cy="27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82" b="0" i="0">
                <a:solidFill>
                  <a:srgbClr val="7191B6"/>
                </a:solidFill>
                <a:latin typeface="Consolas"/>
                <a:ea typeface="Consolas"/>
                <a:cs typeface="Consolas"/>
              </a:defRPr>
            </a:pPr>
            <a:r>
              <a:rPr sz="982" b="0" i="0">
                <a:solidFill>
                  <a:srgbClr val="7191B6"/>
                </a:solidFill>
                <a:latin typeface="Consolas"/>
                <a:ea typeface="Consolas"/>
                <a:cs typeface="Consolas"/>
              </a:rPr>
              <a:t>ARCHITECTURE</a:t>
            </a:r>
          </a:p>
        </p:txBody>
      </p:sp>
      <p:sp>
        <p:nvSpPr>
          <p:cNvPr id="9" name="paper-09-text-008">
            <a:extLst xmlns:a="http://schemas.openxmlformats.org/drawingml/2006/main">
              <a:ext uri="{FF2B5EF4-FFF2-40B4-BE49-F238E27FC236}">
                <a16:creationId xmlns:a16="http://schemas.microsoft.com/office/drawing/2014/main" id="{B712D00C-8371-4148-8B49-A2C0C9FC8C47}"/>
              </a:ext>
            </a:extLst>
          </p:cNvPr>
          <p:cNvSpPr>
            <a:spLocks xmlns:a="http://schemas.openxmlformats.org/drawingml/2006/main" noGrp="1"/>
          </p:cNvSpPr>
          <p:nvPr/>
        </p:nvSpPr>
        <p:spPr>
          <a:xfrm xmlns:a="http://schemas.openxmlformats.org/drawingml/2006/main">
            <a:off x="8024885" y="3561063"/>
            <a:ext cx="545719" cy="2939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13" b="0" i="0">
                <a:solidFill>
                  <a:srgbClr val="9BC6FF"/>
                </a:solidFill>
                <a:latin typeface="Consolas"/>
                <a:ea typeface="Consolas"/>
                <a:cs typeface="Consolas"/>
              </a:defRPr>
            </a:pPr>
            <a:r>
              <a:rPr sz="1613" b="0" i="0">
                <a:solidFill>
                  <a:srgbClr val="9BC6FF"/>
                </a:solidFill>
                <a:latin typeface="Consolas"/>
                <a:ea typeface="Consolas"/>
                <a:cs typeface="Consolas"/>
              </a:rPr>
              <a:t>□—□</a:t>
            </a:r>
          </a:p>
        </p:txBody>
      </p:sp>
      <p:sp>
        <p:nvSpPr>
          <p:cNvPr id="10" name="paper-09-text-009">
            <a:extLst xmlns:a="http://schemas.openxmlformats.org/drawingml/2006/main">
              <a:ext uri="{FF2B5EF4-FFF2-40B4-BE49-F238E27FC236}">
                <a16:creationId xmlns:a16="http://schemas.microsoft.com/office/drawing/2014/main" id="{53CEDAD3-653A-4AE1-BEE4-639AFFE0BEB3}"/>
              </a:ext>
            </a:extLst>
          </p:cNvPr>
          <p:cNvSpPr>
            <a:spLocks xmlns:a="http://schemas.openxmlformats.org/drawingml/2006/main" noGrp="1"/>
          </p:cNvSpPr>
          <p:nvPr/>
        </p:nvSpPr>
        <p:spPr>
          <a:xfrm xmlns:a="http://schemas.openxmlformats.org/drawingml/2006/main">
            <a:off x="8647041" y="3518326"/>
            <a:ext cx="2278705" cy="4519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33" b="0" i="0">
                <a:solidFill>
                  <a:srgbClr val="EDF4FF"/>
                </a:solidFill>
                <a:latin typeface="Noto Sans KR"/>
                <a:ea typeface="Noto Sans KR"/>
                <a:cs typeface="Noto Sans KR"/>
              </a:defRPr>
            </a:pPr>
            <a:r>
              <a:rPr sz="2333" b="0" i="0">
                <a:solidFill>
                  <a:srgbClr val="EDF4FF"/>
                </a:solidFill>
                <a:latin typeface="Noto Sans KR"/>
                <a:ea typeface="Noto Sans KR"/>
                <a:cs typeface="Noto Sans KR"/>
              </a:rPr>
              <a:t>시스템 아키텍처</a:t>
            </a:r>
          </a:p>
        </p:txBody>
      </p:sp>
      <p:sp>
        <p:nvSpPr>
          <p:cNvPr id="11" name="paper-09-text-010">
            <a:extLst xmlns:a="http://schemas.openxmlformats.org/drawingml/2006/main">
              <a:ext uri="{FF2B5EF4-FFF2-40B4-BE49-F238E27FC236}">
                <a16:creationId xmlns:a16="http://schemas.microsoft.com/office/drawing/2014/main" id="{A5F1E3C1-95B9-4A5E-8B7E-D3CF3F6590B4}"/>
              </a:ext>
            </a:extLst>
          </p:cNvPr>
          <p:cNvSpPr>
            <a:spLocks xmlns:a="http://schemas.openxmlformats.org/drawingml/2006/main" noGrp="1"/>
          </p:cNvSpPr>
          <p:nvPr/>
        </p:nvSpPr>
        <p:spPr>
          <a:xfrm xmlns:a="http://schemas.openxmlformats.org/drawingml/2006/main">
            <a:off x="7908168" y="4123010"/>
            <a:ext cx="2616249" cy="3071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43" b="0" i="0">
                <a:solidFill>
                  <a:srgbClr val="A4C7ED"/>
                </a:solidFill>
                <a:latin typeface="Consolas"/>
                <a:ea typeface="Consolas"/>
                <a:cs typeface="Consolas"/>
              </a:defRPr>
            </a:pPr>
            <a:r>
              <a:rPr sz="1343" b="0" i="0">
                <a:solidFill>
                  <a:srgbClr val="A4C7ED"/>
                </a:solidFill>
                <a:latin typeface="Consolas"/>
                <a:ea typeface="Consolas"/>
                <a:cs typeface="Consolas"/>
              </a:rPr>
              <a:t>Client → Service → Storage</a:t>
            </a:r>
          </a:p>
        </p:txBody>
      </p:sp>
      <p:sp>
        <p:nvSpPr>
          <p:cNvPr id="12" name="paper-09-text-011">
            <a:extLst xmlns:a="http://schemas.openxmlformats.org/drawingml/2006/main">
              <a:ext uri="{FF2B5EF4-FFF2-40B4-BE49-F238E27FC236}">
                <a16:creationId xmlns:a16="http://schemas.microsoft.com/office/drawing/2014/main" id="{F7D80EB0-D29A-4B34-AA2C-90E3E32B2F10}"/>
              </a:ext>
            </a:extLst>
          </p:cNvPr>
          <p:cNvSpPr>
            <a:spLocks xmlns:a="http://schemas.openxmlformats.org/drawingml/2006/main" noGrp="1"/>
          </p:cNvSpPr>
          <p:nvPr/>
        </p:nvSpPr>
        <p:spPr>
          <a:xfrm xmlns:a="http://schemas.openxmlformats.org/drawingml/2006/main">
            <a:off x="7900282" y="4445722"/>
            <a:ext cx="3572369" cy="333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43" b="0" i="0">
                <a:solidFill>
                  <a:srgbClr val="8695AD"/>
                </a:solidFill>
                <a:latin typeface="Noto Sans KR"/>
                <a:ea typeface="Noto Sans KR"/>
                <a:cs typeface="Noto Sans KR"/>
              </a:defRPr>
            </a:pPr>
            <a:r>
              <a:rPr sz="1343" b="0" i="0">
                <a:solidFill>
                  <a:srgbClr val="8695AD"/>
                </a:solidFill>
                <a:latin typeface="Noto Sans KR"/>
                <a:ea typeface="Noto Sans KR"/>
                <a:cs typeface="Noto Sans KR"/>
              </a:rPr>
              <a:t>계층 · 의존성 · 책임 분리</a:t>
            </a:r>
          </a:p>
        </p:txBody>
      </p:sp>
      <p:sp>
        <p:nvSpPr>
          <p:cNvPr id="13" name="paper-09-text-012">
            <a:extLst xmlns:a="http://schemas.openxmlformats.org/drawingml/2006/main">
              <a:ext uri="{FF2B5EF4-FFF2-40B4-BE49-F238E27FC236}">
                <a16:creationId xmlns:a16="http://schemas.microsoft.com/office/drawing/2014/main" id="{0BD5DADB-BFE0-4D4E-A825-D6087F71DF37}"/>
              </a:ext>
            </a:extLst>
          </p:cNvPr>
          <p:cNvSpPr>
            <a:spLocks xmlns:a="http://schemas.openxmlformats.org/drawingml/2006/main" noGrp="1"/>
          </p:cNvSpPr>
          <p:nvPr/>
        </p:nvSpPr>
        <p:spPr>
          <a:xfrm xmlns:a="http://schemas.openxmlformats.org/drawingml/2006/main">
            <a:off x="13932834" y="3671254"/>
            <a:ext cx="3116868" cy="369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i="0">
                <a:solidFill>
                  <a:srgbClr val="7191B6"/>
                </a:solidFill>
                <a:latin typeface="Consolas"/>
                <a:ea typeface="Consolas"/>
                <a:cs typeface="Consolas"/>
              </a:defRPr>
            </a:pPr>
            <a:r>
              <a:rPr sz="863" b="0" i="0">
                <a:solidFill>
                  <a:srgbClr val="7191B6"/>
                </a:solidFill>
                <a:latin typeface="Consolas"/>
                <a:ea typeface="Consolas"/>
                <a:cs typeface="Consolas"/>
              </a:rPr>
              <a:t>INTEGRATION</a:t>
            </a:r>
          </a:p>
        </p:txBody>
      </p:sp>
      <p:sp>
        <p:nvSpPr>
          <p:cNvPr id="14" name="paper-09-text-013">
            <a:extLst xmlns:a="http://schemas.openxmlformats.org/drawingml/2006/main">
              <a:ext uri="{FF2B5EF4-FFF2-40B4-BE49-F238E27FC236}">
                <a16:creationId xmlns:a16="http://schemas.microsoft.com/office/drawing/2014/main" id="{6FDCCA29-2582-49C8-934B-A1DA7D61FC87}"/>
              </a:ext>
            </a:extLst>
          </p:cNvPr>
          <p:cNvSpPr>
            <a:spLocks xmlns:a="http://schemas.openxmlformats.org/drawingml/2006/main" noGrp="1"/>
          </p:cNvSpPr>
          <p:nvPr/>
        </p:nvSpPr>
        <p:spPr>
          <a:xfrm xmlns:a="http://schemas.openxmlformats.org/drawingml/2006/main">
            <a:off x="14538347" y="3960715"/>
            <a:ext cx="1208409" cy="422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33" b="0" i="0">
                <a:solidFill>
                  <a:srgbClr val="EDF4FF"/>
                </a:solidFill>
                <a:latin typeface="Noto Sans KR"/>
                <a:ea typeface="Noto Sans KR"/>
                <a:cs typeface="Noto Sans KR"/>
              </a:defRPr>
            </a:pPr>
            <a:r>
              <a:rPr sz="2033" b="0" i="0">
                <a:solidFill>
                  <a:srgbClr val="EDF4FF"/>
                </a:solidFill>
                <a:latin typeface="Noto Sans KR"/>
                <a:ea typeface="Noto Sans KR"/>
                <a:cs typeface="Noto Sans KR"/>
              </a:rPr>
              <a:t>API 연결</a:t>
            </a:r>
          </a:p>
        </p:txBody>
      </p:sp>
      <p:sp>
        <p:nvSpPr>
          <p:cNvPr id="15" name="paper-09-text-014">
            <a:extLst xmlns:a="http://schemas.openxmlformats.org/drawingml/2006/main">
              <a:ext uri="{FF2B5EF4-FFF2-40B4-BE49-F238E27FC236}">
                <a16:creationId xmlns:a16="http://schemas.microsoft.com/office/drawing/2014/main" id="{05A350BC-DED2-4607-9EC0-AA9C05C7C645}"/>
              </a:ext>
            </a:extLst>
          </p:cNvPr>
          <p:cNvSpPr>
            <a:spLocks xmlns:a="http://schemas.openxmlformats.org/drawingml/2006/main" noGrp="1"/>
          </p:cNvSpPr>
          <p:nvPr/>
        </p:nvSpPr>
        <p:spPr>
          <a:xfrm xmlns:a="http://schemas.openxmlformats.org/drawingml/2006/main">
            <a:off x="13877716" y="4466567"/>
            <a:ext cx="1517899" cy="323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70" b="0" i="0">
                <a:solidFill>
                  <a:srgbClr val="A4C7ED"/>
                </a:solidFill>
                <a:latin typeface="Consolas"/>
                <a:ea typeface="Consolas"/>
                <a:cs typeface="Consolas"/>
              </a:defRPr>
            </a:pPr>
            <a:r>
              <a:rPr sz="1170" b="0" i="0">
                <a:solidFill>
                  <a:srgbClr val="A4C7ED"/>
                </a:solidFill>
                <a:latin typeface="Consolas"/>
                <a:ea typeface="Consolas"/>
                <a:cs typeface="Consolas"/>
              </a:rPr>
              <a:t>GET /market/quotes</a:t>
            </a:r>
          </a:p>
        </p:txBody>
      </p:sp>
      <p:sp>
        <p:nvSpPr>
          <p:cNvPr id="16" name="paper-09-text-015">
            <a:extLst xmlns:a="http://schemas.openxmlformats.org/drawingml/2006/main">
              <a:ext uri="{FF2B5EF4-FFF2-40B4-BE49-F238E27FC236}">
                <a16:creationId xmlns:a16="http://schemas.microsoft.com/office/drawing/2014/main" id="{9F04E09D-7614-462E-A7C8-75B9CC5CA716}"/>
              </a:ext>
            </a:extLst>
          </p:cNvPr>
          <p:cNvSpPr>
            <a:spLocks xmlns:a="http://schemas.openxmlformats.org/drawingml/2006/main" noGrp="1"/>
          </p:cNvSpPr>
          <p:nvPr/>
        </p:nvSpPr>
        <p:spPr>
          <a:xfrm xmlns:a="http://schemas.openxmlformats.org/drawingml/2006/main">
            <a:off x="13859035" y="4755434"/>
            <a:ext cx="3120556" cy="4267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70" b="0" i="0">
                <a:solidFill>
                  <a:srgbClr val="8695AD"/>
                </a:solidFill>
                <a:latin typeface="Noto Sans KR"/>
                <a:ea typeface="Noto Sans KR"/>
                <a:cs typeface="Noto Sans KR"/>
              </a:defRPr>
            </a:pPr>
            <a:r>
              <a:rPr sz="1170" b="0" i="0">
                <a:solidFill>
                  <a:srgbClr val="8695AD"/>
                </a:solidFill>
                <a:latin typeface="Noto Sans KR"/>
                <a:ea typeface="Noto Sans KR"/>
                <a:cs typeface="Noto Sans KR"/>
              </a:rPr>
              <a:t>요청 · 응답 · 호출 제한</a:t>
            </a:r>
          </a:p>
        </p:txBody>
      </p:sp>
      <p:sp>
        <p:nvSpPr>
          <p:cNvPr id="17" name="paper-09-text-016">
            <a:extLst xmlns:a="http://schemas.openxmlformats.org/drawingml/2006/main">
              <a:ext uri="{FF2B5EF4-FFF2-40B4-BE49-F238E27FC236}">
                <a16:creationId xmlns:a16="http://schemas.microsoft.com/office/drawing/2014/main" id="{EDC14349-91DB-4FE3-AA30-AD4C74881623}"/>
              </a:ext>
            </a:extLst>
          </p:cNvPr>
          <p:cNvSpPr>
            <a:spLocks xmlns:a="http://schemas.openxmlformats.org/drawingml/2006/main" noGrp="1"/>
          </p:cNvSpPr>
          <p:nvPr/>
        </p:nvSpPr>
        <p:spPr>
          <a:xfrm xmlns:a="http://schemas.openxmlformats.org/drawingml/2006/main">
            <a:off x="265418" y="2313232"/>
            <a:ext cx="2037795" cy="390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AUTHENTICATION</a:t>
            </a:r>
          </a:p>
        </p:txBody>
      </p:sp>
      <p:sp>
        <p:nvSpPr>
          <p:cNvPr id="18" name="paper-09-text-017">
            <a:extLst xmlns:a="http://schemas.openxmlformats.org/drawingml/2006/main">
              <a:ext uri="{FF2B5EF4-FFF2-40B4-BE49-F238E27FC236}">
                <a16:creationId xmlns:a16="http://schemas.microsoft.com/office/drawing/2014/main" id="{31E83FC2-15FB-471B-934C-F21CEE47109A}"/>
              </a:ext>
            </a:extLst>
          </p:cNvPr>
          <p:cNvSpPr>
            <a:spLocks xmlns:a="http://schemas.openxmlformats.org/drawingml/2006/main" noGrp="1"/>
          </p:cNvSpPr>
          <p:nvPr/>
        </p:nvSpPr>
        <p:spPr>
          <a:xfrm xmlns:a="http://schemas.openxmlformats.org/drawingml/2006/main">
            <a:off x="387465" y="2742553"/>
            <a:ext cx="267754" cy="2043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23" b="0" i="0">
                <a:solidFill>
                  <a:srgbClr val="9BC6FF"/>
                </a:solidFill>
                <a:latin typeface="Consolas"/>
                <a:ea typeface="Consolas"/>
                <a:cs typeface="Consolas"/>
              </a:defRPr>
            </a:pPr>
            <a:r>
              <a:rPr sz="923" b="0" i="0">
                <a:solidFill>
                  <a:srgbClr val="9BC6FF"/>
                </a:solidFill>
                <a:latin typeface="Consolas"/>
                <a:ea typeface="Consolas"/>
                <a:cs typeface="Consolas"/>
              </a:rPr>
              <a:t>◇</a:t>
            </a:r>
          </a:p>
        </p:txBody>
      </p:sp>
      <p:sp>
        <p:nvSpPr>
          <p:cNvPr id="19" name="paper-09-text-018">
            <a:extLst xmlns:a="http://schemas.openxmlformats.org/drawingml/2006/main">
              <a:ext uri="{FF2B5EF4-FFF2-40B4-BE49-F238E27FC236}">
                <a16:creationId xmlns:a16="http://schemas.microsoft.com/office/drawing/2014/main" id="{EEB6FF83-E3F2-4909-8222-85E9D7023EDF}"/>
              </a:ext>
            </a:extLst>
          </p:cNvPr>
          <p:cNvSpPr>
            <a:spLocks xmlns:a="http://schemas.openxmlformats.org/drawingml/2006/main" noGrp="1"/>
          </p:cNvSpPr>
          <p:nvPr/>
        </p:nvSpPr>
        <p:spPr>
          <a:xfrm xmlns:a="http://schemas.openxmlformats.org/drawingml/2006/main">
            <a:off x="699182" y="2582376"/>
            <a:ext cx="881106" cy="3518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27" b="0" i="0">
                <a:solidFill>
                  <a:srgbClr val="EDF4FF"/>
                </a:solidFill>
                <a:latin typeface="Noto Sans KR"/>
                <a:ea typeface="Noto Sans KR"/>
                <a:cs typeface="Noto Sans KR"/>
              </a:defRPr>
            </a:pPr>
            <a:r>
              <a:rPr sz="1327" b="0" i="0">
                <a:solidFill>
                  <a:srgbClr val="EDF4FF"/>
                </a:solidFill>
                <a:latin typeface="Noto Sans KR"/>
                <a:ea typeface="Noto Sans KR"/>
                <a:cs typeface="Noto Sans KR"/>
              </a:rPr>
              <a:t>인증과 권한</a:t>
            </a:r>
          </a:p>
        </p:txBody>
      </p:sp>
      <p:sp>
        <p:nvSpPr>
          <p:cNvPr id="20" name="paper-09-text-019">
            <a:extLst xmlns:a="http://schemas.openxmlformats.org/drawingml/2006/main">
              <a:ext uri="{FF2B5EF4-FFF2-40B4-BE49-F238E27FC236}">
                <a16:creationId xmlns:a16="http://schemas.microsoft.com/office/drawing/2014/main" id="{5CE25C1B-87A0-48EE-88C0-EE91382431AD}"/>
              </a:ext>
            </a:extLst>
          </p:cNvPr>
          <p:cNvSpPr>
            <a:spLocks xmlns:a="http://schemas.openxmlformats.org/drawingml/2006/main" noGrp="1"/>
          </p:cNvSpPr>
          <p:nvPr/>
        </p:nvSpPr>
        <p:spPr>
          <a:xfrm xmlns:a="http://schemas.openxmlformats.org/drawingml/2006/main">
            <a:off x="333983" y="2906635"/>
            <a:ext cx="1538540" cy="3629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A4C7ED"/>
                </a:solidFill>
                <a:latin typeface="Consolas"/>
                <a:ea typeface="Consolas"/>
                <a:cs typeface="Consolas"/>
              </a:defRPr>
            </a:pPr>
            <a:r>
              <a:rPr sz="765" b="0" i="0">
                <a:solidFill>
                  <a:srgbClr val="A4C7ED"/>
                </a:solidFill>
                <a:latin typeface="Consolas"/>
                <a:ea typeface="Consolas"/>
                <a:cs typeface="Consolas"/>
              </a:rPr>
              <a:t>access_token / refresh_token</a:t>
            </a:r>
          </a:p>
        </p:txBody>
      </p:sp>
      <p:sp>
        <p:nvSpPr>
          <p:cNvPr id="21" name="paper-09-text-020">
            <a:extLst xmlns:a="http://schemas.openxmlformats.org/drawingml/2006/main">
              <a:ext uri="{FF2B5EF4-FFF2-40B4-BE49-F238E27FC236}">
                <a16:creationId xmlns:a16="http://schemas.microsoft.com/office/drawing/2014/main" id="{048C7945-77EB-4A37-A3C3-5C192DEB0228}"/>
              </a:ext>
            </a:extLst>
          </p:cNvPr>
          <p:cNvSpPr>
            <a:spLocks xmlns:a="http://schemas.openxmlformats.org/drawingml/2006/main" noGrp="1"/>
          </p:cNvSpPr>
          <p:nvPr/>
        </p:nvSpPr>
        <p:spPr>
          <a:xfrm xmlns:a="http://schemas.openxmlformats.org/drawingml/2006/main">
            <a:off x="359496" y="3037596"/>
            <a:ext cx="2042702" cy="428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8695AD"/>
                </a:solidFill>
                <a:latin typeface="Noto Sans KR"/>
                <a:ea typeface="Noto Sans KR"/>
                <a:cs typeface="Noto Sans KR"/>
              </a:defRPr>
            </a:pPr>
            <a:r>
              <a:rPr sz="765" b="0" i="0">
                <a:solidFill>
                  <a:srgbClr val="8695AD"/>
                </a:solidFill>
                <a:latin typeface="Noto Sans KR"/>
                <a:ea typeface="Noto Sans KR"/>
                <a:cs typeface="Noto Sans KR"/>
              </a:rPr>
              <a:t>키 관리 · 만료 · 권한</a:t>
            </a:r>
          </a:p>
        </p:txBody>
      </p:sp>
      <p:sp>
        <p:nvSpPr>
          <p:cNvPr id="22" name="paper-09-text-021">
            <a:extLst xmlns:a="http://schemas.openxmlformats.org/drawingml/2006/main">
              <a:ext uri="{FF2B5EF4-FFF2-40B4-BE49-F238E27FC236}">
                <a16:creationId xmlns:a16="http://schemas.microsoft.com/office/drawing/2014/main" id="{868D49E3-0433-4625-A0B1-3B5A89FF8252}"/>
              </a:ext>
            </a:extLst>
          </p:cNvPr>
          <p:cNvSpPr>
            <a:spLocks xmlns:a="http://schemas.openxmlformats.org/drawingml/2006/main" noGrp="1"/>
          </p:cNvSpPr>
          <p:nvPr/>
        </p:nvSpPr>
        <p:spPr>
          <a:xfrm xmlns:a="http://schemas.openxmlformats.org/drawingml/2006/main">
            <a:off x="15069682" y="7566335"/>
            <a:ext cx="2993689" cy="3360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7191B6"/>
                </a:solidFill>
                <a:latin typeface="Consolas"/>
                <a:ea typeface="Consolas"/>
                <a:cs typeface="Consolas"/>
              </a:defRPr>
            </a:pPr>
            <a:r>
              <a:rPr sz="825" b="0" i="0">
                <a:solidFill>
                  <a:srgbClr val="7191B6"/>
                </a:solidFill>
                <a:latin typeface="Consolas"/>
                <a:ea typeface="Consolas"/>
                <a:cs typeface="Consolas"/>
              </a:rPr>
              <a:t>DATABASE</a:t>
            </a:r>
          </a:p>
        </p:txBody>
      </p:sp>
      <p:sp>
        <p:nvSpPr>
          <p:cNvPr id="23" name="paper-09-text-022">
            <a:extLst xmlns:a="http://schemas.openxmlformats.org/drawingml/2006/main">
              <a:ext uri="{FF2B5EF4-FFF2-40B4-BE49-F238E27FC236}">
                <a16:creationId xmlns:a16="http://schemas.microsoft.com/office/drawing/2014/main" id="{C811B99A-F043-42F9-864C-6141356D72B9}"/>
              </a:ext>
            </a:extLst>
          </p:cNvPr>
          <p:cNvSpPr>
            <a:spLocks xmlns:a="http://schemas.openxmlformats.org/drawingml/2006/main" noGrp="1"/>
          </p:cNvSpPr>
          <p:nvPr/>
        </p:nvSpPr>
        <p:spPr>
          <a:xfrm xmlns:a="http://schemas.openxmlformats.org/drawingml/2006/main">
            <a:off x="15191598" y="7869125"/>
            <a:ext cx="358141" cy="256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9BC6FF"/>
                </a:solidFill>
                <a:latin typeface="Consolas"/>
                <a:ea typeface="Consolas"/>
                <a:cs typeface="Consolas"/>
              </a:defRPr>
            </a:pPr>
            <a:r>
              <a:rPr sz="1350" b="0" i="0">
                <a:solidFill>
                  <a:srgbClr val="9BC6FF"/>
                </a:solidFill>
                <a:latin typeface="Consolas"/>
                <a:ea typeface="Consolas"/>
                <a:cs typeface="Consolas"/>
              </a:rPr>
              <a:t>◎</a:t>
            </a:r>
          </a:p>
        </p:txBody>
      </p:sp>
      <p:sp>
        <p:nvSpPr>
          <p:cNvPr id="24" name="paper-09-text-023">
            <a:extLst xmlns:a="http://schemas.openxmlformats.org/drawingml/2006/main">
              <a:ext uri="{FF2B5EF4-FFF2-40B4-BE49-F238E27FC236}">
                <a16:creationId xmlns:a16="http://schemas.microsoft.com/office/drawing/2014/main" id="{3F122F48-256C-47DA-AF6A-BB76BCD0B757}"/>
              </a:ext>
            </a:extLst>
          </p:cNvPr>
          <p:cNvSpPr>
            <a:spLocks xmlns:a="http://schemas.openxmlformats.org/drawingml/2006/main" noGrp="1"/>
          </p:cNvSpPr>
          <p:nvPr/>
        </p:nvSpPr>
        <p:spPr>
          <a:xfrm xmlns:a="http://schemas.openxmlformats.org/drawingml/2006/main">
            <a:off x="15654937" y="7847628"/>
            <a:ext cx="1619000" cy="41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EDF4FF"/>
                </a:solidFill>
                <a:latin typeface="Noto Sans KR"/>
                <a:ea typeface="Noto Sans KR"/>
                <a:cs typeface="Noto Sans KR"/>
              </a:defRPr>
            </a:pPr>
            <a:r>
              <a:rPr sz="1950" b="0" i="0">
                <a:solidFill>
                  <a:srgbClr val="EDF4FF"/>
                </a:solidFill>
                <a:latin typeface="Noto Sans KR"/>
                <a:ea typeface="Noto Sans KR"/>
                <a:cs typeface="Noto Sans KR"/>
              </a:rPr>
              <a:t>데이터베이스</a:t>
            </a:r>
          </a:p>
        </p:txBody>
      </p:sp>
      <p:sp>
        <p:nvSpPr>
          <p:cNvPr id="25" name="paper-09-text-024">
            <a:extLst xmlns:a="http://schemas.openxmlformats.org/drawingml/2006/main">
              <a:ext uri="{FF2B5EF4-FFF2-40B4-BE49-F238E27FC236}">
                <a16:creationId xmlns:a16="http://schemas.microsoft.com/office/drawing/2014/main" id="{48C5F54A-1536-4B31-94D4-DE71B8455EF2}"/>
              </a:ext>
            </a:extLst>
          </p:cNvPr>
          <p:cNvSpPr>
            <a:spLocks xmlns:a="http://schemas.openxmlformats.org/drawingml/2006/main" noGrp="1"/>
          </p:cNvSpPr>
          <p:nvPr/>
        </p:nvSpPr>
        <p:spPr>
          <a:xfrm xmlns:a="http://schemas.openxmlformats.org/drawingml/2006/main">
            <a:off x="15024488" y="8336657"/>
            <a:ext cx="1694858" cy="30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i="0">
                <a:solidFill>
                  <a:srgbClr val="A4C7ED"/>
                </a:solidFill>
                <a:latin typeface="Consolas"/>
                <a:ea typeface="Consolas"/>
                <a:cs typeface="Consolas"/>
              </a:defRPr>
            </a:pPr>
            <a:r>
              <a:rPr sz="1125" b="0" i="0">
                <a:solidFill>
                  <a:srgbClr val="A4C7ED"/>
                </a:solidFill>
                <a:latin typeface="Consolas"/>
                <a:ea typeface="Consolas"/>
                <a:cs typeface="Consolas"/>
              </a:rPr>
              <a:t>SELECT / JOIN / INDEX</a:t>
            </a:r>
          </a:p>
        </p:txBody>
      </p:sp>
      <p:sp>
        <p:nvSpPr>
          <p:cNvPr id="26" name="paper-09-text-025">
            <a:extLst xmlns:a="http://schemas.openxmlformats.org/drawingml/2006/main">
              <a:ext uri="{FF2B5EF4-FFF2-40B4-BE49-F238E27FC236}">
                <a16:creationId xmlns:a16="http://schemas.microsoft.com/office/drawing/2014/main" id="{0E7828CC-AC45-4A3A-AF27-62FAD702034E}"/>
              </a:ext>
            </a:extLst>
          </p:cNvPr>
          <p:cNvSpPr>
            <a:spLocks xmlns:a="http://schemas.openxmlformats.org/drawingml/2006/main" noGrp="1"/>
          </p:cNvSpPr>
          <p:nvPr/>
        </p:nvSpPr>
        <p:spPr>
          <a:xfrm xmlns:a="http://schemas.openxmlformats.org/drawingml/2006/main">
            <a:off x="15009600" y="8602942"/>
            <a:ext cx="2995817" cy="3741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i="0">
                <a:solidFill>
                  <a:srgbClr val="8695AD"/>
                </a:solidFill>
                <a:latin typeface="Noto Sans KR"/>
                <a:ea typeface="Noto Sans KR"/>
                <a:cs typeface="Noto Sans KR"/>
              </a:defRPr>
            </a:pPr>
            <a:r>
              <a:rPr sz="1125" b="0" i="0">
                <a:solidFill>
                  <a:srgbClr val="8695AD"/>
                </a:solidFill>
                <a:latin typeface="Noto Sans KR"/>
                <a:ea typeface="Noto Sans KR"/>
                <a:cs typeface="Noto Sans KR"/>
              </a:rPr>
              <a:t>저장 · 관계 · 트랜잭션</a:t>
            </a:r>
          </a:p>
        </p:txBody>
      </p:sp>
      <p:sp>
        <p:nvSpPr>
          <p:cNvPr id="27" name="paper-09-text-026">
            <a:extLst xmlns:a="http://schemas.openxmlformats.org/drawingml/2006/main">
              <a:ext uri="{FF2B5EF4-FFF2-40B4-BE49-F238E27FC236}">
                <a16:creationId xmlns:a16="http://schemas.microsoft.com/office/drawing/2014/main" id="{83A0521C-A7C8-463A-AD50-F11E0F0A757E}"/>
              </a:ext>
            </a:extLst>
          </p:cNvPr>
          <p:cNvSpPr>
            <a:spLocks xmlns:a="http://schemas.openxmlformats.org/drawingml/2006/main" noGrp="1"/>
          </p:cNvSpPr>
          <p:nvPr/>
        </p:nvSpPr>
        <p:spPr>
          <a:xfrm xmlns:a="http://schemas.openxmlformats.org/drawingml/2006/main">
            <a:off x="2826058" y="7494451"/>
            <a:ext cx="3241869" cy="30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93" b="0" i="0">
                <a:solidFill>
                  <a:srgbClr val="7191B6"/>
                </a:solidFill>
                <a:latin typeface="Consolas"/>
                <a:ea typeface="Consolas"/>
                <a:cs typeface="Consolas"/>
              </a:defRPr>
            </a:pPr>
            <a:r>
              <a:rPr sz="893" b="0" i="0">
                <a:solidFill>
                  <a:srgbClr val="7191B6"/>
                </a:solidFill>
                <a:latin typeface="Consolas"/>
                <a:ea typeface="Consolas"/>
                <a:cs typeface="Consolas"/>
              </a:rPr>
              <a:t>DEBUGGING</a:t>
            </a:r>
          </a:p>
        </p:txBody>
      </p:sp>
      <p:sp>
        <p:nvSpPr>
          <p:cNvPr id="28" name="paper-09-text-027">
            <a:extLst xmlns:a="http://schemas.openxmlformats.org/drawingml/2006/main">
              <a:ext uri="{FF2B5EF4-FFF2-40B4-BE49-F238E27FC236}">
                <a16:creationId xmlns:a16="http://schemas.microsoft.com/office/drawing/2014/main" id="{C70D8D62-5986-461F-892B-631920010629}"/>
              </a:ext>
            </a:extLst>
          </p:cNvPr>
          <p:cNvSpPr>
            <a:spLocks xmlns:a="http://schemas.openxmlformats.org/drawingml/2006/main" noGrp="1"/>
          </p:cNvSpPr>
          <p:nvPr/>
        </p:nvSpPr>
        <p:spPr>
          <a:xfrm xmlns:a="http://schemas.openxmlformats.org/drawingml/2006/main">
            <a:off x="3010589" y="7921387"/>
            <a:ext cx="343257" cy="2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63" b="0" i="0">
                <a:solidFill>
                  <a:srgbClr val="9BC6FF"/>
                </a:solidFill>
                <a:latin typeface="Consolas"/>
                <a:ea typeface="Consolas"/>
                <a:cs typeface="Consolas"/>
              </a:defRPr>
            </a:pPr>
            <a:r>
              <a:rPr sz="1463" b="0" i="0">
                <a:solidFill>
                  <a:srgbClr val="9BC6FF"/>
                </a:solidFill>
                <a:latin typeface="Consolas"/>
                <a:ea typeface="Consolas"/>
                <a:cs typeface="Consolas"/>
              </a:rPr>
              <a:t>※</a:t>
            </a:r>
          </a:p>
        </p:txBody>
      </p:sp>
      <p:sp>
        <p:nvSpPr>
          <p:cNvPr id="29" name="paper-09-text-028">
            <a:extLst xmlns:a="http://schemas.openxmlformats.org/drawingml/2006/main">
              <a:ext uri="{FF2B5EF4-FFF2-40B4-BE49-F238E27FC236}">
                <a16:creationId xmlns:a16="http://schemas.microsoft.com/office/drawing/2014/main" id="{DC5AD304-73C1-43F0-84A6-2F03EB5FBF84}"/>
              </a:ext>
            </a:extLst>
          </p:cNvPr>
          <p:cNvSpPr>
            <a:spLocks xmlns:a="http://schemas.openxmlformats.org/drawingml/2006/main" noGrp="1"/>
          </p:cNvSpPr>
          <p:nvPr/>
        </p:nvSpPr>
        <p:spPr>
          <a:xfrm xmlns:a="http://schemas.openxmlformats.org/drawingml/2006/main">
            <a:off x="3495447" y="7824864"/>
            <a:ext cx="1329900" cy="398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15" b="0" i="0">
                <a:solidFill>
                  <a:srgbClr val="EDF4FF"/>
                </a:solidFill>
                <a:latin typeface="Noto Sans KR"/>
                <a:ea typeface="Noto Sans KR"/>
                <a:cs typeface="Noto Sans KR"/>
              </a:defRPr>
            </a:pPr>
            <a:r>
              <a:rPr sz="2115" b="0" i="0">
                <a:solidFill>
                  <a:srgbClr val="EDF4FF"/>
                </a:solidFill>
                <a:latin typeface="Noto Sans KR"/>
                <a:ea typeface="Noto Sans KR"/>
                <a:cs typeface="Noto Sans KR"/>
              </a:rPr>
              <a:t>오류 해결</a:t>
            </a:r>
          </a:p>
        </p:txBody>
      </p:sp>
      <p:sp>
        <p:nvSpPr>
          <p:cNvPr id="30" name="paper-09-text-029">
            <a:extLst xmlns:a="http://schemas.openxmlformats.org/drawingml/2006/main">
              <a:ext uri="{FF2B5EF4-FFF2-40B4-BE49-F238E27FC236}">
                <a16:creationId xmlns:a16="http://schemas.microsoft.com/office/drawing/2014/main" id="{922C50E0-EB49-452F-B5A1-7E3E52738F93}"/>
              </a:ext>
            </a:extLst>
          </p:cNvPr>
          <p:cNvSpPr>
            <a:spLocks xmlns:a="http://schemas.openxmlformats.org/drawingml/2006/main" noGrp="1"/>
          </p:cNvSpPr>
          <p:nvPr/>
        </p:nvSpPr>
        <p:spPr>
          <a:xfrm xmlns:a="http://schemas.openxmlformats.org/drawingml/2006/main">
            <a:off x="2855441" y="8390983"/>
            <a:ext cx="1788854" cy="2850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23" b="0" i="0">
                <a:solidFill>
                  <a:srgbClr val="A4C7ED"/>
                </a:solidFill>
                <a:latin typeface="Consolas"/>
                <a:ea typeface="Consolas"/>
                <a:cs typeface="Consolas"/>
              </a:defRPr>
            </a:pPr>
            <a:r>
              <a:rPr sz="1223" b="0" i="0">
                <a:solidFill>
                  <a:srgbClr val="A4C7ED"/>
                </a:solidFill>
                <a:latin typeface="Consolas"/>
                <a:ea typeface="Consolas"/>
                <a:cs typeface="Consolas"/>
              </a:rPr>
              <a:t>Traceback · timeout</a:t>
            </a:r>
          </a:p>
        </p:txBody>
      </p:sp>
      <p:sp>
        <p:nvSpPr>
          <p:cNvPr id="31" name="paper-09-text-030">
            <a:extLst xmlns:a="http://schemas.openxmlformats.org/drawingml/2006/main">
              <a:ext uri="{FF2B5EF4-FFF2-40B4-BE49-F238E27FC236}">
                <a16:creationId xmlns:a16="http://schemas.microsoft.com/office/drawing/2014/main" id="{B4A3DFA0-F4EC-4CEB-9826-8181105B4D7F}"/>
              </a:ext>
            </a:extLst>
          </p:cNvPr>
          <p:cNvSpPr>
            <a:spLocks xmlns:a="http://schemas.openxmlformats.org/drawingml/2006/main" noGrp="1"/>
          </p:cNvSpPr>
          <p:nvPr/>
        </p:nvSpPr>
        <p:spPr>
          <a:xfrm xmlns:a="http://schemas.openxmlformats.org/drawingml/2006/main">
            <a:off x="2865678" y="8629020"/>
            <a:ext cx="3243199" cy="340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23" b="0" i="0">
                <a:solidFill>
                  <a:srgbClr val="8695AD"/>
                </a:solidFill>
                <a:latin typeface="Noto Sans KR"/>
                <a:ea typeface="Noto Sans KR"/>
                <a:cs typeface="Noto Sans KR"/>
              </a:defRPr>
            </a:pPr>
            <a:r>
              <a:rPr sz="1223" b="0" i="0">
                <a:solidFill>
                  <a:srgbClr val="8695AD"/>
                </a:solidFill>
                <a:latin typeface="Noto Sans KR"/>
                <a:ea typeface="Noto Sans KR"/>
                <a:cs typeface="Noto Sans KR"/>
              </a:rPr>
              <a:t>원인 분석 · 복구 · 재시도</a:t>
            </a:r>
          </a:p>
        </p:txBody>
      </p:sp>
      <p:sp>
        <p:nvSpPr>
          <p:cNvPr id="32" name="paper-09-text-031">
            <a:extLst xmlns:a="http://schemas.openxmlformats.org/drawingml/2006/main">
              <a:ext uri="{FF2B5EF4-FFF2-40B4-BE49-F238E27FC236}">
                <a16:creationId xmlns:a16="http://schemas.microsoft.com/office/drawing/2014/main" id="{8FA02D39-A7E4-4958-B38F-E45E2F59853C}"/>
              </a:ext>
            </a:extLst>
          </p:cNvPr>
          <p:cNvSpPr>
            <a:spLocks xmlns:a="http://schemas.openxmlformats.org/drawingml/2006/main" noGrp="1"/>
          </p:cNvSpPr>
          <p:nvPr/>
        </p:nvSpPr>
        <p:spPr>
          <a:xfrm xmlns:a="http://schemas.openxmlformats.org/drawingml/2006/main">
            <a:off x="12619425" y="7189700"/>
            <a:ext cx="1754716" cy="270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MODEL CONTEXT</a:t>
            </a:r>
          </a:p>
        </p:txBody>
      </p:sp>
      <p:sp>
        <p:nvSpPr>
          <p:cNvPr id="33" name="paper-09-text-032">
            <a:extLst xmlns:a="http://schemas.openxmlformats.org/drawingml/2006/main">
              <a:ext uri="{FF2B5EF4-FFF2-40B4-BE49-F238E27FC236}">
                <a16:creationId xmlns:a16="http://schemas.microsoft.com/office/drawing/2014/main" id="{0F4F8181-6E82-49A1-8309-35634DD4531D}"/>
              </a:ext>
            </a:extLst>
          </p:cNvPr>
          <p:cNvSpPr>
            <a:spLocks xmlns:a="http://schemas.openxmlformats.org/drawingml/2006/main" noGrp="1"/>
          </p:cNvSpPr>
          <p:nvPr/>
        </p:nvSpPr>
        <p:spPr>
          <a:xfrm xmlns:a="http://schemas.openxmlformats.org/drawingml/2006/main">
            <a:off x="12684752" y="7493105"/>
            <a:ext cx="293323" cy="1842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i="0">
                <a:solidFill>
                  <a:srgbClr val="9BC6FF"/>
                </a:solidFill>
                <a:latin typeface="Consolas"/>
                <a:ea typeface="Consolas"/>
                <a:cs typeface="Consolas"/>
              </a:defRPr>
            </a:pPr>
            <a:r>
              <a:rPr sz="788" b="0" i="0">
                <a:solidFill>
                  <a:srgbClr val="9BC6FF"/>
                </a:solidFill>
                <a:latin typeface="Consolas"/>
                <a:ea typeface="Consolas"/>
                <a:cs typeface="Consolas"/>
              </a:rPr>
              <a:t>□—□</a:t>
            </a:r>
          </a:p>
        </p:txBody>
      </p:sp>
      <p:sp>
        <p:nvSpPr>
          <p:cNvPr id="34" name="paper-09-text-033">
            <a:extLst xmlns:a="http://schemas.openxmlformats.org/drawingml/2006/main">
              <a:ext uri="{FF2B5EF4-FFF2-40B4-BE49-F238E27FC236}">
                <a16:creationId xmlns:a16="http://schemas.microsoft.com/office/drawing/2014/main" id="{197B13DA-BCD3-4159-9DB6-31D81F503204}"/>
              </a:ext>
            </a:extLst>
          </p:cNvPr>
          <p:cNvSpPr>
            <a:spLocks xmlns:a="http://schemas.openxmlformats.org/drawingml/2006/main" noGrp="1"/>
          </p:cNvSpPr>
          <p:nvPr/>
        </p:nvSpPr>
        <p:spPr>
          <a:xfrm xmlns:a="http://schemas.openxmlformats.org/drawingml/2006/main">
            <a:off x="12985982" y="7404632"/>
            <a:ext cx="775800" cy="276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40" b="0" i="0">
                <a:solidFill>
                  <a:srgbClr val="EDF4FF"/>
                </a:solidFill>
                <a:latin typeface="Noto Sans KR"/>
                <a:ea typeface="Noto Sans KR"/>
                <a:cs typeface="Noto Sans KR"/>
              </a:defRPr>
            </a:pPr>
            <a:r>
              <a:rPr sz="1140" b="0" i="0">
                <a:solidFill>
                  <a:srgbClr val="EDF4FF"/>
                </a:solidFill>
                <a:latin typeface="Noto Sans KR"/>
                <a:ea typeface="Noto Sans KR"/>
                <a:cs typeface="Noto Sans KR"/>
              </a:rPr>
              <a:t>MCP 서버</a:t>
            </a:r>
          </a:p>
        </p:txBody>
      </p:sp>
      <p:sp>
        <p:nvSpPr>
          <p:cNvPr id="35" name="paper-09-text-034">
            <a:extLst xmlns:a="http://schemas.openxmlformats.org/drawingml/2006/main">
              <a:ext uri="{FF2B5EF4-FFF2-40B4-BE49-F238E27FC236}">
                <a16:creationId xmlns:a16="http://schemas.microsoft.com/office/drawing/2014/main" id="{10846E34-336A-4C49-8668-CE33F500538A}"/>
              </a:ext>
            </a:extLst>
          </p:cNvPr>
          <p:cNvSpPr>
            <a:spLocks xmlns:a="http://schemas.openxmlformats.org/drawingml/2006/main" noGrp="1"/>
          </p:cNvSpPr>
          <p:nvPr/>
        </p:nvSpPr>
        <p:spPr>
          <a:xfrm xmlns:a="http://schemas.openxmlformats.org/drawingml/2006/main">
            <a:off x="12657154" y="7709191"/>
            <a:ext cx="1127838" cy="2389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A4C7ED"/>
                </a:solidFill>
                <a:latin typeface="Consolas"/>
                <a:ea typeface="Consolas"/>
                <a:cs typeface="Consolas"/>
              </a:defRPr>
            </a:pPr>
            <a:r>
              <a:rPr sz="675" b="0" i="0">
                <a:solidFill>
                  <a:srgbClr val="A4C7ED"/>
                </a:solidFill>
                <a:latin typeface="Consolas"/>
                <a:ea typeface="Consolas"/>
                <a:cs typeface="Consolas"/>
              </a:rPr>
              <a:t>tools/list → tools/call</a:t>
            </a:r>
          </a:p>
        </p:txBody>
      </p:sp>
      <p:sp>
        <p:nvSpPr>
          <p:cNvPr id="36" name="paper-09-text-035">
            <a:extLst xmlns:a="http://schemas.openxmlformats.org/drawingml/2006/main">
              <a:ext uri="{FF2B5EF4-FFF2-40B4-BE49-F238E27FC236}">
                <a16:creationId xmlns:a16="http://schemas.microsoft.com/office/drawing/2014/main" id="{25799AAA-2A55-4D73-B284-C57AE05CE3A8}"/>
              </a:ext>
            </a:extLst>
          </p:cNvPr>
          <p:cNvSpPr>
            <a:spLocks xmlns:a="http://schemas.openxmlformats.org/drawingml/2006/main" noGrp="1"/>
          </p:cNvSpPr>
          <p:nvPr/>
        </p:nvSpPr>
        <p:spPr>
          <a:xfrm xmlns:a="http://schemas.openxmlformats.org/drawingml/2006/main">
            <a:off x="12670749" y="7827600"/>
            <a:ext cx="1756244" cy="2895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8695AD"/>
                </a:solidFill>
                <a:latin typeface="Noto Sans KR"/>
                <a:ea typeface="Noto Sans KR"/>
                <a:cs typeface="Noto Sans KR"/>
              </a:defRPr>
            </a:pPr>
            <a:r>
              <a:rPr sz="675" b="0" i="0">
                <a:solidFill>
                  <a:srgbClr val="8695AD"/>
                </a:solidFill>
                <a:latin typeface="Noto Sans KR"/>
                <a:ea typeface="Noto Sans KR"/>
                <a:cs typeface="Noto Sans KR"/>
              </a:rPr>
              <a:t>서버 설정 · 도구 스키마</a:t>
            </a:r>
          </a:p>
        </p:txBody>
      </p:sp>
      <p:sp>
        <p:nvSpPr>
          <p:cNvPr id="37" name="paper-09-text-036">
            <a:extLst xmlns:a="http://schemas.openxmlformats.org/drawingml/2006/main">
              <a:ext uri="{FF2B5EF4-FFF2-40B4-BE49-F238E27FC236}">
                <a16:creationId xmlns:a16="http://schemas.microsoft.com/office/drawing/2014/main" id="{A5003B73-1DE3-486B-869E-FDBEC42679CD}"/>
              </a:ext>
            </a:extLst>
          </p:cNvPr>
          <p:cNvSpPr>
            <a:spLocks xmlns:a="http://schemas.openxmlformats.org/drawingml/2006/main" noGrp="1"/>
          </p:cNvSpPr>
          <p:nvPr/>
        </p:nvSpPr>
        <p:spPr>
          <a:xfrm xmlns:a="http://schemas.openxmlformats.org/drawingml/2006/main">
            <a:off x="1467938" y="5608413"/>
            <a:ext cx="2042604" cy="3145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COMMAND LINE</a:t>
            </a:r>
          </a:p>
        </p:txBody>
      </p:sp>
      <p:sp>
        <p:nvSpPr>
          <p:cNvPr id="38" name="paper-09-text-037">
            <a:extLst xmlns:a="http://schemas.openxmlformats.org/drawingml/2006/main">
              <a:ext uri="{FF2B5EF4-FFF2-40B4-BE49-F238E27FC236}">
                <a16:creationId xmlns:a16="http://schemas.microsoft.com/office/drawing/2014/main" id="{F393728A-8379-420B-B139-B73FA855E737}"/>
              </a:ext>
            </a:extLst>
          </p:cNvPr>
          <p:cNvSpPr>
            <a:spLocks xmlns:a="http://schemas.openxmlformats.org/drawingml/2006/main" noGrp="1"/>
          </p:cNvSpPr>
          <p:nvPr/>
        </p:nvSpPr>
        <p:spPr>
          <a:xfrm xmlns:a="http://schemas.openxmlformats.org/drawingml/2006/main">
            <a:off x="1855373" y="5817222"/>
            <a:ext cx="795500" cy="3017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27" b="0" i="0">
                <a:solidFill>
                  <a:srgbClr val="EDF4FF"/>
                </a:solidFill>
                <a:latin typeface="Noto Sans KR"/>
                <a:ea typeface="Noto Sans KR"/>
                <a:cs typeface="Noto Sans KR"/>
              </a:defRPr>
            </a:pPr>
            <a:r>
              <a:rPr sz="1327" b="0" i="0">
                <a:solidFill>
                  <a:srgbClr val="EDF4FF"/>
                </a:solidFill>
                <a:latin typeface="Noto Sans KR"/>
                <a:ea typeface="Noto Sans KR"/>
                <a:cs typeface="Noto Sans KR"/>
              </a:rPr>
              <a:t>CLI 명령</a:t>
            </a:r>
          </a:p>
        </p:txBody>
      </p:sp>
      <p:sp>
        <p:nvSpPr>
          <p:cNvPr id="39" name="paper-09-text-038">
            <a:extLst xmlns:a="http://schemas.openxmlformats.org/drawingml/2006/main">
              <a:ext uri="{FF2B5EF4-FFF2-40B4-BE49-F238E27FC236}">
                <a16:creationId xmlns:a16="http://schemas.microsoft.com/office/drawing/2014/main" id="{D219D97A-F352-4754-88F5-64FD4F7A4060}"/>
              </a:ext>
            </a:extLst>
          </p:cNvPr>
          <p:cNvSpPr>
            <a:spLocks xmlns:a="http://schemas.openxmlformats.org/drawingml/2006/main" noGrp="1"/>
          </p:cNvSpPr>
          <p:nvPr/>
        </p:nvSpPr>
        <p:spPr>
          <a:xfrm xmlns:a="http://schemas.openxmlformats.org/drawingml/2006/main">
            <a:off x="1416236" y="6138581"/>
            <a:ext cx="1380124" cy="291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A4C7ED"/>
                </a:solidFill>
                <a:latin typeface="Consolas"/>
                <a:ea typeface="Consolas"/>
                <a:cs typeface="Consolas"/>
              </a:defRPr>
            </a:pPr>
            <a:r>
              <a:rPr sz="765" b="0" i="0">
                <a:solidFill>
                  <a:srgbClr val="A4C7ED"/>
                </a:solidFill>
                <a:latin typeface="Consolas"/>
                <a:ea typeface="Consolas"/>
                <a:cs typeface="Consolas"/>
              </a:rPr>
              <a:t>$ connect --server market</a:t>
            </a:r>
          </a:p>
        </p:txBody>
      </p:sp>
      <p:sp>
        <p:nvSpPr>
          <p:cNvPr id="40" name="paper-09-text-039">
            <a:extLst xmlns:a="http://schemas.openxmlformats.org/drawingml/2006/main">
              <a:ext uri="{FF2B5EF4-FFF2-40B4-BE49-F238E27FC236}">
                <a16:creationId xmlns:a16="http://schemas.microsoft.com/office/drawing/2014/main" id="{490FC1AA-5637-4D76-AC40-6B5304807E85}"/>
              </a:ext>
            </a:extLst>
          </p:cNvPr>
          <p:cNvSpPr>
            <a:spLocks xmlns:a="http://schemas.openxmlformats.org/drawingml/2006/main" noGrp="1"/>
          </p:cNvSpPr>
          <p:nvPr/>
        </p:nvSpPr>
        <p:spPr>
          <a:xfrm xmlns:a="http://schemas.openxmlformats.org/drawingml/2006/main">
            <a:off x="1398283" y="6335856"/>
            <a:ext cx="2046057" cy="3525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65" b="0" i="0">
                <a:solidFill>
                  <a:srgbClr val="8695AD"/>
                </a:solidFill>
                <a:latin typeface="Noto Sans KR"/>
                <a:ea typeface="Noto Sans KR"/>
                <a:cs typeface="Noto Sans KR"/>
              </a:defRPr>
            </a:pPr>
            <a:r>
              <a:rPr sz="765" b="0" i="0">
                <a:solidFill>
                  <a:srgbClr val="8695AD"/>
                </a:solidFill>
                <a:latin typeface="Noto Sans KR"/>
                <a:ea typeface="Noto Sans KR"/>
                <a:cs typeface="Noto Sans KR"/>
              </a:rPr>
              <a:t>명령어 · 인자 · 실행 환경</a:t>
            </a:r>
          </a:p>
        </p:txBody>
      </p:sp>
      <p:sp>
        <p:nvSpPr>
          <p:cNvPr id="41" name="paper-09-text-040">
            <a:extLst xmlns:a="http://schemas.openxmlformats.org/drawingml/2006/main">
              <a:ext uri="{FF2B5EF4-FFF2-40B4-BE49-F238E27FC236}">
                <a16:creationId xmlns:a16="http://schemas.microsoft.com/office/drawing/2014/main" id="{C026F618-8809-4112-816C-CAB37710649B}"/>
              </a:ext>
            </a:extLst>
          </p:cNvPr>
          <p:cNvSpPr>
            <a:spLocks xmlns:a="http://schemas.openxmlformats.org/drawingml/2006/main" noGrp="1"/>
          </p:cNvSpPr>
          <p:nvPr/>
        </p:nvSpPr>
        <p:spPr>
          <a:xfrm xmlns:a="http://schemas.openxmlformats.org/drawingml/2006/main">
            <a:off x="14702340" y="1745519"/>
            <a:ext cx="1959306" cy="307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CONCURRENCY</a:t>
            </a:r>
          </a:p>
        </p:txBody>
      </p:sp>
      <p:sp>
        <p:nvSpPr>
          <p:cNvPr id="42" name="paper-09-text-041">
            <a:extLst xmlns:a="http://schemas.openxmlformats.org/drawingml/2006/main">
              <a:ext uri="{FF2B5EF4-FFF2-40B4-BE49-F238E27FC236}">
                <a16:creationId xmlns:a16="http://schemas.microsoft.com/office/drawing/2014/main" id="{8A210502-5010-4E1F-84CF-B3010572EA6F}"/>
              </a:ext>
            </a:extLst>
          </p:cNvPr>
          <p:cNvSpPr>
            <a:spLocks xmlns:a="http://schemas.openxmlformats.org/drawingml/2006/main" noGrp="1"/>
          </p:cNvSpPr>
          <p:nvPr/>
        </p:nvSpPr>
        <p:spPr>
          <a:xfrm xmlns:a="http://schemas.openxmlformats.org/drawingml/2006/main">
            <a:off x="14735704" y="1942706"/>
            <a:ext cx="326505" cy="206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85" b="0" i="0">
                <a:solidFill>
                  <a:srgbClr val="9BC6FF"/>
                </a:solidFill>
                <a:latin typeface="Consolas"/>
                <a:ea typeface="Consolas"/>
                <a:cs typeface="Consolas"/>
              </a:defRPr>
            </a:pPr>
            <a:r>
              <a:rPr sz="885" b="0" i="0">
                <a:solidFill>
                  <a:srgbClr val="9BC6FF"/>
                </a:solidFill>
                <a:latin typeface="Consolas"/>
                <a:ea typeface="Consolas"/>
                <a:cs typeface="Consolas"/>
              </a:rPr>
              <a:t>□—□</a:t>
            </a:r>
          </a:p>
        </p:txBody>
      </p:sp>
      <p:sp>
        <p:nvSpPr>
          <p:cNvPr id="43" name="paper-09-text-042">
            <a:extLst xmlns:a="http://schemas.openxmlformats.org/drawingml/2006/main">
              <a:ext uri="{FF2B5EF4-FFF2-40B4-BE49-F238E27FC236}">
                <a16:creationId xmlns:a16="http://schemas.microsoft.com/office/drawing/2014/main" id="{CEA8102D-0408-454F-AD14-E5150FCD903D}"/>
              </a:ext>
            </a:extLst>
          </p:cNvPr>
          <p:cNvSpPr>
            <a:spLocks xmlns:a="http://schemas.openxmlformats.org/drawingml/2006/main" noGrp="1"/>
          </p:cNvSpPr>
          <p:nvPr/>
        </p:nvSpPr>
        <p:spPr>
          <a:xfrm xmlns:a="http://schemas.openxmlformats.org/drawingml/2006/main">
            <a:off x="15072528" y="1945137"/>
            <a:ext cx="973657" cy="318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EDF4FF"/>
                </a:solidFill>
                <a:latin typeface="Noto Sans KR"/>
                <a:ea typeface="Noto Sans KR"/>
                <a:cs typeface="Noto Sans KR"/>
              </a:defRPr>
            </a:pPr>
            <a:r>
              <a:rPr sz="1275" b="0" i="0">
                <a:solidFill>
                  <a:srgbClr val="EDF4FF"/>
                </a:solidFill>
                <a:latin typeface="Noto Sans KR"/>
                <a:ea typeface="Noto Sans KR"/>
                <a:cs typeface="Noto Sans KR"/>
              </a:rPr>
              <a:t>비동기 처리</a:t>
            </a:r>
          </a:p>
        </p:txBody>
      </p:sp>
      <p:sp>
        <p:nvSpPr>
          <p:cNvPr id="44" name="paper-09-text-043">
            <a:extLst xmlns:a="http://schemas.openxmlformats.org/drawingml/2006/main">
              <a:ext uri="{FF2B5EF4-FFF2-40B4-BE49-F238E27FC236}">
                <a16:creationId xmlns:a16="http://schemas.microsoft.com/office/drawing/2014/main" id="{639D8A3F-0EF0-4A9B-82BA-0086D6367A66}"/>
              </a:ext>
            </a:extLst>
          </p:cNvPr>
          <p:cNvSpPr>
            <a:spLocks xmlns:a="http://schemas.openxmlformats.org/drawingml/2006/main" noGrp="1"/>
          </p:cNvSpPr>
          <p:nvPr/>
        </p:nvSpPr>
        <p:spPr>
          <a:xfrm xmlns:a="http://schemas.openxmlformats.org/drawingml/2006/main">
            <a:off x="14653996" y="2257753"/>
            <a:ext cx="1275240" cy="26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A4C7ED"/>
                </a:solidFill>
                <a:latin typeface="Consolas"/>
                <a:ea typeface="Consolas"/>
                <a:cs typeface="Consolas"/>
              </a:defRPr>
            </a:pPr>
            <a:r>
              <a:rPr sz="735" b="0" i="0">
                <a:solidFill>
                  <a:srgbClr val="A4C7ED"/>
                </a:solidFill>
                <a:latin typeface="Consolas"/>
                <a:ea typeface="Consolas"/>
                <a:cs typeface="Consolas"/>
              </a:rPr>
              <a:t>Promise.all / event loop</a:t>
            </a:r>
          </a:p>
        </p:txBody>
      </p:sp>
      <p:sp>
        <p:nvSpPr>
          <p:cNvPr id="45" name="paper-09-text-044">
            <a:extLst xmlns:a="http://schemas.openxmlformats.org/drawingml/2006/main">
              <a:ext uri="{FF2B5EF4-FFF2-40B4-BE49-F238E27FC236}">
                <a16:creationId xmlns:a16="http://schemas.microsoft.com/office/drawing/2014/main" id="{7EFC772B-FD9E-4BB2-91D2-CE69AF799217}"/>
              </a:ext>
            </a:extLst>
          </p:cNvPr>
          <p:cNvSpPr>
            <a:spLocks xmlns:a="http://schemas.openxmlformats.org/drawingml/2006/main" noGrp="1"/>
          </p:cNvSpPr>
          <p:nvPr/>
        </p:nvSpPr>
        <p:spPr>
          <a:xfrm xmlns:a="http://schemas.openxmlformats.org/drawingml/2006/main">
            <a:off x="14638025" y="2433240"/>
            <a:ext cx="1961034" cy="325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8695AD"/>
                </a:solidFill>
                <a:latin typeface="Noto Sans KR"/>
                <a:ea typeface="Noto Sans KR"/>
                <a:cs typeface="Noto Sans KR"/>
              </a:defRPr>
            </a:pPr>
            <a:r>
              <a:rPr sz="735" b="0" i="0">
                <a:solidFill>
                  <a:srgbClr val="8695AD"/>
                </a:solidFill>
                <a:latin typeface="Noto Sans KR"/>
                <a:ea typeface="Noto Sans KR"/>
                <a:cs typeface="Noto Sans KR"/>
              </a:rPr>
              <a:t>동시 요청 · 순서 · 대기</a:t>
            </a:r>
          </a:p>
        </p:txBody>
      </p:sp>
      <p:sp>
        <p:nvSpPr>
          <p:cNvPr id="46" name="paper-09-text-045">
            <a:extLst xmlns:a="http://schemas.openxmlformats.org/drawingml/2006/main">
              <a:ext uri="{FF2B5EF4-FFF2-40B4-BE49-F238E27FC236}">
                <a16:creationId xmlns:a16="http://schemas.microsoft.com/office/drawing/2014/main" id="{811ECE7E-9EA2-4EF7-B88E-9C794F6A05E5}"/>
              </a:ext>
            </a:extLst>
          </p:cNvPr>
          <p:cNvSpPr>
            <a:spLocks xmlns:a="http://schemas.openxmlformats.org/drawingml/2006/main" noGrp="1"/>
          </p:cNvSpPr>
          <p:nvPr/>
        </p:nvSpPr>
        <p:spPr>
          <a:xfrm xmlns:a="http://schemas.openxmlformats.org/drawingml/2006/main">
            <a:off x="5017566" y="1495025"/>
            <a:ext cx="1959307" cy="307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ENVIRONMENT</a:t>
            </a:r>
          </a:p>
        </p:txBody>
      </p:sp>
      <p:sp>
        <p:nvSpPr>
          <p:cNvPr id="47" name="paper-09-text-046">
            <a:extLst xmlns:a="http://schemas.openxmlformats.org/drawingml/2006/main">
              <a:ext uri="{FF2B5EF4-FFF2-40B4-BE49-F238E27FC236}">
                <a16:creationId xmlns:a16="http://schemas.microsoft.com/office/drawing/2014/main" id="{E0363B88-B2B2-45A9-B41C-86361C11301E}"/>
              </a:ext>
            </a:extLst>
          </p:cNvPr>
          <p:cNvSpPr>
            <a:spLocks xmlns:a="http://schemas.openxmlformats.org/drawingml/2006/main" noGrp="1"/>
          </p:cNvSpPr>
          <p:nvPr/>
        </p:nvSpPr>
        <p:spPr>
          <a:xfrm xmlns:a="http://schemas.openxmlformats.org/drawingml/2006/main">
            <a:off x="5427897" y="1738602"/>
            <a:ext cx="825293" cy="304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EDF4FF"/>
                </a:solidFill>
                <a:latin typeface="Noto Sans KR"/>
                <a:ea typeface="Noto Sans KR"/>
                <a:cs typeface="Noto Sans KR"/>
              </a:defRPr>
            </a:pPr>
            <a:r>
              <a:rPr sz="1275" b="0" i="0">
                <a:solidFill>
                  <a:srgbClr val="EDF4FF"/>
                </a:solidFill>
                <a:latin typeface="Noto Sans KR"/>
                <a:ea typeface="Noto Sans KR"/>
                <a:cs typeface="Noto Sans KR"/>
              </a:rPr>
              <a:t>환경 구성</a:t>
            </a:r>
          </a:p>
        </p:txBody>
      </p:sp>
      <p:sp>
        <p:nvSpPr>
          <p:cNvPr id="48" name="paper-09-text-047">
            <a:extLst xmlns:a="http://schemas.openxmlformats.org/drawingml/2006/main">
              <a:ext uri="{FF2B5EF4-FFF2-40B4-BE49-F238E27FC236}">
                <a16:creationId xmlns:a16="http://schemas.microsoft.com/office/drawing/2014/main" id="{16A5315F-16B9-4A09-9DEA-E3DE1B65E605}"/>
              </a:ext>
            </a:extLst>
          </p:cNvPr>
          <p:cNvSpPr>
            <a:spLocks xmlns:a="http://schemas.openxmlformats.org/drawingml/2006/main" noGrp="1"/>
          </p:cNvSpPr>
          <p:nvPr/>
        </p:nvSpPr>
        <p:spPr>
          <a:xfrm xmlns:a="http://schemas.openxmlformats.org/drawingml/2006/main">
            <a:off x="5064183" y="2078977"/>
            <a:ext cx="1172971" cy="254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A4C7ED"/>
                </a:solidFill>
                <a:latin typeface="Consolas"/>
                <a:ea typeface="Consolas"/>
                <a:cs typeface="Consolas"/>
              </a:defRPr>
            </a:pPr>
            <a:r>
              <a:rPr sz="735" b="0" i="0">
                <a:solidFill>
                  <a:srgbClr val="A4C7ED"/>
                </a:solidFill>
                <a:latin typeface="Consolas"/>
                <a:ea typeface="Consolas"/>
                <a:cs typeface="Consolas"/>
              </a:rPr>
              <a:t>PATH / .env / packages</a:t>
            </a:r>
          </a:p>
        </p:txBody>
      </p:sp>
      <p:sp>
        <p:nvSpPr>
          <p:cNvPr id="49" name="paper-09-text-048">
            <a:extLst xmlns:a="http://schemas.openxmlformats.org/drawingml/2006/main">
              <a:ext uri="{FF2B5EF4-FFF2-40B4-BE49-F238E27FC236}">
                <a16:creationId xmlns:a16="http://schemas.microsoft.com/office/drawing/2014/main" id="{6370CD3F-8A5C-4AF0-A448-FD2AB3F2D05D}"/>
              </a:ext>
            </a:extLst>
          </p:cNvPr>
          <p:cNvSpPr>
            <a:spLocks xmlns:a="http://schemas.openxmlformats.org/drawingml/2006/main" noGrp="1"/>
          </p:cNvSpPr>
          <p:nvPr/>
        </p:nvSpPr>
        <p:spPr>
          <a:xfrm xmlns:a="http://schemas.openxmlformats.org/drawingml/2006/main">
            <a:off x="5080154" y="2182745"/>
            <a:ext cx="1961034" cy="3259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 b="0" i="0">
                <a:solidFill>
                  <a:srgbClr val="8695AD"/>
                </a:solidFill>
                <a:latin typeface="Noto Sans KR"/>
                <a:ea typeface="Noto Sans KR"/>
                <a:cs typeface="Noto Sans KR"/>
              </a:defRPr>
            </a:pPr>
            <a:r>
              <a:rPr sz="735" b="0" i="0">
                <a:solidFill>
                  <a:srgbClr val="8695AD"/>
                </a:solidFill>
                <a:latin typeface="Noto Sans KR"/>
                <a:ea typeface="Noto Sans KR"/>
                <a:cs typeface="Noto Sans KR"/>
              </a:rPr>
              <a:t>의존성 · 버전 · 설치</a:t>
            </a:r>
          </a:p>
        </p:txBody>
      </p:sp>
      <p:sp>
        <p:nvSpPr>
          <p:cNvPr id="50" name="paper-09-text-049">
            <a:extLst xmlns:a="http://schemas.openxmlformats.org/drawingml/2006/main">
              <a:ext uri="{FF2B5EF4-FFF2-40B4-BE49-F238E27FC236}">
                <a16:creationId xmlns:a16="http://schemas.microsoft.com/office/drawing/2014/main" id="{72585B7F-30B9-45D8-BEA9-C0C1268559C2}"/>
              </a:ext>
            </a:extLst>
          </p:cNvPr>
          <p:cNvSpPr>
            <a:spLocks xmlns:a="http://schemas.openxmlformats.org/drawingml/2006/main" noGrp="1"/>
          </p:cNvSpPr>
          <p:nvPr/>
        </p:nvSpPr>
        <p:spPr>
          <a:xfrm xmlns:a="http://schemas.openxmlformats.org/drawingml/2006/main">
            <a:off x="7505724" y="8534362"/>
            <a:ext cx="2456405" cy="295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7191B6"/>
                </a:solidFill>
                <a:latin typeface="Consolas"/>
                <a:ea typeface="Consolas"/>
                <a:cs typeface="Consolas"/>
              </a:defRPr>
            </a:pPr>
            <a:r>
              <a:rPr sz="675" b="0" i="0">
                <a:solidFill>
                  <a:srgbClr val="7191B6"/>
                </a:solidFill>
                <a:latin typeface="Consolas"/>
                <a:ea typeface="Consolas"/>
                <a:cs typeface="Consolas"/>
              </a:rPr>
              <a:t>DATA PIPELINE</a:t>
            </a:r>
          </a:p>
        </p:txBody>
      </p:sp>
      <p:sp>
        <p:nvSpPr>
          <p:cNvPr id="51" name="paper-09-text-050">
            <a:extLst xmlns:a="http://schemas.openxmlformats.org/drawingml/2006/main">
              <a:ext uri="{FF2B5EF4-FFF2-40B4-BE49-F238E27FC236}">
                <a16:creationId xmlns:a16="http://schemas.microsoft.com/office/drawing/2014/main" id="{D7B00A90-FB4B-484A-B7EB-EA3C9B39B8D8}"/>
              </a:ext>
            </a:extLst>
          </p:cNvPr>
          <p:cNvSpPr>
            <a:spLocks xmlns:a="http://schemas.openxmlformats.org/drawingml/2006/main" noGrp="1"/>
          </p:cNvSpPr>
          <p:nvPr/>
        </p:nvSpPr>
        <p:spPr>
          <a:xfrm xmlns:a="http://schemas.openxmlformats.org/drawingml/2006/main">
            <a:off x="7604010" y="8787893"/>
            <a:ext cx="301885" cy="217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10" b="0" i="0">
                <a:solidFill>
                  <a:srgbClr val="9BC6FF"/>
                </a:solidFill>
                <a:latin typeface="Consolas"/>
                <a:ea typeface="Consolas"/>
                <a:cs typeface="Consolas"/>
              </a:defRPr>
            </a:pPr>
            <a:r>
              <a:rPr sz="1110" b="0" i="0">
                <a:solidFill>
                  <a:srgbClr val="9BC6FF"/>
                </a:solidFill>
                <a:latin typeface="Consolas"/>
                <a:ea typeface="Consolas"/>
                <a:cs typeface="Consolas"/>
              </a:rPr>
              <a:t>◎</a:t>
            </a:r>
          </a:p>
        </p:txBody>
      </p:sp>
      <p:sp>
        <p:nvSpPr>
          <p:cNvPr id="52" name="paper-09-text-051">
            <a:extLst xmlns:a="http://schemas.openxmlformats.org/drawingml/2006/main">
              <a:ext uri="{FF2B5EF4-FFF2-40B4-BE49-F238E27FC236}">
                <a16:creationId xmlns:a16="http://schemas.microsoft.com/office/drawing/2014/main" id="{07D461CE-3E68-4EDB-A08D-5E293D7657EA}"/>
              </a:ext>
            </a:extLst>
          </p:cNvPr>
          <p:cNvSpPr>
            <a:spLocks xmlns:a="http://schemas.openxmlformats.org/drawingml/2006/main" noGrp="1"/>
          </p:cNvSpPr>
          <p:nvPr/>
        </p:nvSpPr>
        <p:spPr>
          <a:xfrm xmlns:a="http://schemas.openxmlformats.org/drawingml/2006/main">
            <a:off x="7983566" y="8772544"/>
            <a:ext cx="1203504" cy="344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98" b="0" i="0">
                <a:solidFill>
                  <a:srgbClr val="EDF4FF"/>
                </a:solidFill>
                <a:latin typeface="Noto Sans KR"/>
                <a:ea typeface="Noto Sans KR"/>
                <a:cs typeface="Noto Sans KR"/>
              </a:defRPr>
            </a:pPr>
            <a:r>
              <a:rPr sz="1598" b="0" i="0">
                <a:solidFill>
                  <a:srgbClr val="EDF4FF"/>
                </a:solidFill>
                <a:latin typeface="Noto Sans KR"/>
                <a:ea typeface="Noto Sans KR"/>
                <a:cs typeface="Noto Sans KR"/>
              </a:rPr>
              <a:t>데이터 변환</a:t>
            </a:r>
          </a:p>
        </p:txBody>
      </p:sp>
      <p:sp>
        <p:nvSpPr>
          <p:cNvPr id="53" name="paper-09-text-052">
            <a:extLst xmlns:a="http://schemas.openxmlformats.org/drawingml/2006/main">
              <a:ext uri="{FF2B5EF4-FFF2-40B4-BE49-F238E27FC236}">
                <a16:creationId xmlns:a16="http://schemas.microsoft.com/office/drawing/2014/main" id="{B198E7CF-FEF6-42A2-A92E-A657998D4980}"/>
              </a:ext>
            </a:extLst>
          </p:cNvPr>
          <p:cNvSpPr>
            <a:spLocks xmlns:a="http://schemas.openxmlformats.org/drawingml/2006/main" noGrp="1"/>
          </p:cNvSpPr>
          <p:nvPr/>
        </p:nvSpPr>
        <p:spPr>
          <a:xfrm xmlns:a="http://schemas.openxmlformats.org/drawingml/2006/main">
            <a:off x="7465582" y="9172008"/>
            <a:ext cx="1783282" cy="293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23" b="0" i="0">
                <a:solidFill>
                  <a:srgbClr val="A4C7ED"/>
                </a:solidFill>
                <a:latin typeface="Consolas"/>
                <a:ea typeface="Consolas"/>
                <a:cs typeface="Consolas"/>
              </a:defRPr>
            </a:pPr>
            <a:r>
              <a:rPr sz="923" b="0" i="0">
                <a:solidFill>
                  <a:srgbClr val="A4C7ED"/>
                </a:solidFill>
                <a:latin typeface="Consolas"/>
                <a:ea typeface="Consolas"/>
                <a:cs typeface="Consolas"/>
              </a:rPr>
              <a:t>JSON → normalize → validate</a:t>
            </a:r>
          </a:p>
        </p:txBody>
      </p:sp>
      <p:sp>
        <p:nvSpPr>
          <p:cNvPr id="54" name="paper-09-text-053">
            <a:extLst xmlns:a="http://schemas.openxmlformats.org/drawingml/2006/main">
              <a:ext uri="{FF2B5EF4-FFF2-40B4-BE49-F238E27FC236}">
                <a16:creationId xmlns:a16="http://schemas.microsoft.com/office/drawing/2014/main" id="{FA029E61-730E-4DA3-BFD0-25A193DB40CE}"/>
              </a:ext>
            </a:extLst>
          </p:cNvPr>
          <p:cNvSpPr>
            <a:spLocks xmlns:a="http://schemas.openxmlformats.org/drawingml/2006/main" noGrp="1"/>
          </p:cNvSpPr>
          <p:nvPr/>
        </p:nvSpPr>
        <p:spPr>
          <a:xfrm xmlns:a="http://schemas.openxmlformats.org/drawingml/2006/main">
            <a:off x="7451918" y="9401988"/>
            <a:ext cx="2458664" cy="333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23" b="0" i="0">
                <a:solidFill>
                  <a:srgbClr val="8695AD"/>
                </a:solidFill>
                <a:latin typeface="Noto Sans KR"/>
                <a:ea typeface="Noto Sans KR"/>
                <a:cs typeface="Noto Sans KR"/>
              </a:defRPr>
            </a:pPr>
            <a:r>
              <a:rPr sz="923" b="0" i="0">
                <a:solidFill>
                  <a:srgbClr val="8695AD"/>
                </a:solidFill>
                <a:latin typeface="Noto Sans KR"/>
                <a:ea typeface="Noto Sans KR"/>
                <a:cs typeface="Noto Sans KR"/>
              </a:rPr>
              <a:t>타입 · 누락값 · 형식</a:t>
            </a:r>
          </a:p>
        </p:txBody>
      </p:sp>
      <p:sp>
        <p:nvSpPr>
          <p:cNvPr id="55" name="paper-09-text-054">
            <a:extLst xmlns:a="http://schemas.openxmlformats.org/drawingml/2006/main">
              <a:ext uri="{FF2B5EF4-FFF2-40B4-BE49-F238E27FC236}">
                <a16:creationId xmlns:a16="http://schemas.microsoft.com/office/drawing/2014/main" id="{3B83D45D-A03A-4E3F-949D-7CC52405DEAD}"/>
              </a:ext>
            </a:extLst>
          </p:cNvPr>
          <p:cNvSpPr>
            <a:spLocks xmlns:a="http://schemas.openxmlformats.org/drawingml/2006/main" noGrp="1"/>
          </p:cNvSpPr>
          <p:nvPr/>
        </p:nvSpPr>
        <p:spPr>
          <a:xfrm xmlns:a="http://schemas.openxmlformats.org/drawingml/2006/main">
            <a:off x="11368892" y="1817235"/>
            <a:ext cx="1830313" cy="1662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STREAMING</a:t>
            </a:r>
          </a:p>
        </p:txBody>
      </p:sp>
      <p:sp>
        <p:nvSpPr>
          <p:cNvPr id="56" name="paper-09-text-055">
            <a:extLst xmlns:a="http://schemas.openxmlformats.org/drawingml/2006/main">
              <a:ext uri="{FF2B5EF4-FFF2-40B4-BE49-F238E27FC236}">
                <a16:creationId xmlns:a16="http://schemas.microsoft.com/office/drawing/2014/main" id="{9948AE55-189B-49B4-87DC-D8DC6F7518B4}"/>
              </a:ext>
            </a:extLst>
          </p:cNvPr>
          <p:cNvSpPr>
            <a:spLocks xmlns:a="http://schemas.openxmlformats.org/drawingml/2006/main" noGrp="1"/>
          </p:cNvSpPr>
          <p:nvPr/>
        </p:nvSpPr>
        <p:spPr>
          <a:xfrm xmlns:a="http://schemas.openxmlformats.org/drawingml/2006/main">
            <a:off x="11415373" y="2001978"/>
            <a:ext cx="285690" cy="174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i="0">
                <a:solidFill>
                  <a:srgbClr val="9BC6FF"/>
                </a:solidFill>
                <a:latin typeface="Consolas"/>
                <a:ea typeface="Consolas"/>
                <a:cs typeface="Consolas"/>
              </a:defRPr>
            </a:pPr>
            <a:r>
              <a:rPr sz="788" b="0" i="0">
                <a:solidFill>
                  <a:srgbClr val="9BC6FF"/>
                </a:solidFill>
                <a:latin typeface="Consolas"/>
                <a:ea typeface="Consolas"/>
                <a:cs typeface="Consolas"/>
              </a:rPr>
              <a:t>□—□</a:t>
            </a:r>
          </a:p>
        </p:txBody>
      </p:sp>
      <p:sp>
        <p:nvSpPr>
          <p:cNvPr id="57" name="paper-09-text-056">
            <a:extLst xmlns:a="http://schemas.openxmlformats.org/drawingml/2006/main">
              <a:ext uri="{FF2B5EF4-FFF2-40B4-BE49-F238E27FC236}">
                <a16:creationId xmlns:a16="http://schemas.microsoft.com/office/drawing/2014/main" id="{9E3BD112-7F8D-485C-978C-278B4DCEA2DD}"/>
              </a:ext>
            </a:extLst>
          </p:cNvPr>
          <p:cNvSpPr>
            <a:spLocks xmlns:a="http://schemas.openxmlformats.org/drawingml/2006/main" noGrp="1"/>
          </p:cNvSpPr>
          <p:nvPr/>
        </p:nvSpPr>
        <p:spPr>
          <a:xfrm xmlns:a="http://schemas.openxmlformats.org/drawingml/2006/main">
            <a:off x="11719271" y="1979254"/>
            <a:ext cx="864088" cy="242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40" b="0" i="0">
                <a:solidFill>
                  <a:srgbClr val="EDF4FF"/>
                </a:solidFill>
                <a:latin typeface="Noto Sans KR"/>
                <a:ea typeface="Noto Sans KR"/>
                <a:cs typeface="Noto Sans KR"/>
              </a:defRPr>
            </a:pPr>
            <a:r>
              <a:rPr sz="1140" b="0" i="0">
                <a:solidFill>
                  <a:srgbClr val="EDF4FF"/>
                </a:solidFill>
                <a:latin typeface="Noto Sans KR"/>
                <a:ea typeface="Noto Sans KR"/>
                <a:cs typeface="Noto Sans KR"/>
              </a:rPr>
              <a:t>실시간 구독</a:t>
            </a:r>
          </a:p>
        </p:txBody>
      </p:sp>
      <p:sp>
        <p:nvSpPr>
          <p:cNvPr id="58" name="paper-09-text-057">
            <a:extLst xmlns:a="http://schemas.openxmlformats.org/drawingml/2006/main">
              <a:ext uri="{FF2B5EF4-FFF2-40B4-BE49-F238E27FC236}">
                <a16:creationId xmlns:a16="http://schemas.microsoft.com/office/drawing/2014/main" id="{6BBD698B-A5B9-4429-8AD3-1EB42FE1AC94}"/>
              </a:ext>
            </a:extLst>
          </p:cNvPr>
          <p:cNvSpPr>
            <a:spLocks xmlns:a="http://schemas.openxmlformats.org/drawingml/2006/main" noGrp="1"/>
          </p:cNvSpPr>
          <p:nvPr/>
        </p:nvSpPr>
        <p:spPr>
          <a:xfrm xmlns:a="http://schemas.openxmlformats.org/drawingml/2006/main">
            <a:off x="11359495" y="2287594"/>
            <a:ext cx="1106167" cy="171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75" b="0" i="0">
                <a:solidFill>
                  <a:srgbClr val="A4C7ED"/>
                </a:solidFill>
                <a:latin typeface="Consolas"/>
                <a:ea typeface="Consolas"/>
                <a:cs typeface="Consolas"/>
              </a:defRPr>
            </a:pPr>
            <a:r>
              <a:rPr sz="675" b="0" i="0">
                <a:solidFill>
                  <a:srgbClr val="A4C7ED"/>
                </a:solidFill>
                <a:latin typeface="Consolas"/>
                <a:ea typeface="Consolas"/>
                <a:cs typeface="Consolas"/>
              </a:rPr>
              <a:t>WebSocket / reconnect</a:t>
            </a:r>
          </a:p>
        </p:txBody>
      </p:sp>
      <p:sp>
        <p:nvSpPr>
          <p:cNvPr id="59" name="paper-09-text-058">
            <a:extLst xmlns:a="http://schemas.openxmlformats.org/drawingml/2006/main">
              <a:ext uri="{FF2B5EF4-FFF2-40B4-BE49-F238E27FC236}">
                <a16:creationId xmlns:a16="http://schemas.microsoft.com/office/drawing/2014/main" id="{37E4FEDA-9110-4D88-92F2-3C9464B5B301}"/>
              </a:ext>
            </a:extLst>
          </p:cNvPr>
          <p:cNvSpPr>
            <a:spLocks xmlns:a="http://schemas.openxmlformats.org/drawingml/2006/main" noGrp="1"/>
          </p:cNvSpPr>
          <p:nvPr/>
        </p:nvSpPr>
        <p:spPr>
          <a:xfrm xmlns:a="http://schemas.openxmlformats.org/drawingml/2006/main">
            <a:off x="11356241" y="2457078"/>
            <a:ext cx="1830679" cy="185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75" b="0" i="0">
                <a:solidFill>
                  <a:srgbClr val="8695AD"/>
                </a:solidFill>
                <a:latin typeface="Noto Sans KR"/>
                <a:ea typeface="Noto Sans KR"/>
                <a:cs typeface="Noto Sans KR"/>
              </a:defRPr>
            </a:pPr>
            <a:r>
              <a:rPr sz="675" b="0" i="0">
                <a:solidFill>
                  <a:srgbClr val="8695AD"/>
                </a:solidFill>
                <a:latin typeface="Noto Sans KR"/>
                <a:ea typeface="Noto Sans KR"/>
                <a:cs typeface="Noto Sans KR"/>
              </a:rPr>
              <a:t>연결 유지 · 이벤트 처리</a:t>
            </a:r>
          </a:p>
        </p:txBody>
      </p:sp>
      <p:sp>
        <p:nvSpPr>
          <p:cNvPr id="60" name="paper-09-text-059">
            <a:extLst xmlns:a="http://schemas.openxmlformats.org/drawingml/2006/main">
              <a:ext uri="{FF2B5EF4-FFF2-40B4-BE49-F238E27FC236}">
                <a16:creationId xmlns:a16="http://schemas.microsoft.com/office/drawing/2014/main" id="{2BD45284-F3CF-4E05-BA4E-83AF0DB87E0A}"/>
              </a:ext>
            </a:extLst>
          </p:cNvPr>
          <p:cNvSpPr>
            <a:spLocks xmlns:a="http://schemas.openxmlformats.org/drawingml/2006/main" noGrp="1"/>
          </p:cNvSpPr>
          <p:nvPr/>
        </p:nvSpPr>
        <p:spPr>
          <a:xfrm xmlns:a="http://schemas.openxmlformats.org/drawingml/2006/main">
            <a:off x="15541256" y="5556620"/>
            <a:ext cx="2580011" cy="302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13" b="0" i="0">
                <a:solidFill>
                  <a:srgbClr val="7191B6"/>
                </a:solidFill>
                <a:latin typeface="Consolas"/>
                <a:ea typeface="Consolas"/>
                <a:cs typeface="Consolas"/>
              </a:defRPr>
            </a:pPr>
            <a:r>
              <a:rPr sz="713" b="0" i="0">
                <a:solidFill>
                  <a:srgbClr val="7191B6"/>
                </a:solidFill>
                <a:latin typeface="Consolas"/>
                <a:ea typeface="Consolas"/>
                <a:cs typeface="Consolas"/>
              </a:rPr>
              <a:t>VERIFICATION</a:t>
            </a:r>
          </a:p>
        </p:txBody>
      </p:sp>
      <p:sp>
        <p:nvSpPr>
          <p:cNvPr id="61" name="paper-09-text-060">
            <a:extLst xmlns:a="http://schemas.openxmlformats.org/drawingml/2006/main">
              <a:ext uri="{FF2B5EF4-FFF2-40B4-BE49-F238E27FC236}">
                <a16:creationId xmlns:a16="http://schemas.microsoft.com/office/drawing/2014/main" id="{1BCA7EC6-4C30-478D-BB8B-8E86411E40A3}"/>
              </a:ext>
            </a:extLst>
          </p:cNvPr>
          <p:cNvSpPr>
            <a:spLocks xmlns:a="http://schemas.openxmlformats.org/drawingml/2006/main" noGrp="1"/>
          </p:cNvSpPr>
          <p:nvPr/>
        </p:nvSpPr>
        <p:spPr>
          <a:xfrm xmlns:a="http://schemas.openxmlformats.org/drawingml/2006/main">
            <a:off x="15696985" y="5940397"/>
            <a:ext cx="278041" cy="2348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63" b="0" i="0">
                <a:solidFill>
                  <a:srgbClr val="9BC6FF"/>
                </a:solidFill>
                <a:latin typeface="Consolas"/>
                <a:ea typeface="Consolas"/>
                <a:cs typeface="Consolas"/>
              </a:defRPr>
            </a:pPr>
            <a:r>
              <a:rPr sz="1163" b="0" i="0">
                <a:solidFill>
                  <a:srgbClr val="9BC6FF"/>
                </a:solidFill>
                <a:latin typeface="Consolas"/>
                <a:ea typeface="Consolas"/>
                <a:cs typeface="Consolas"/>
              </a:rPr>
              <a:t>✓</a:t>
            </a:r>
          </a:p>
        </p:txBody>
      </p:sp>
      <p:sp>
        <p:nvSpPr>
          <p:cNvPr id="62" name="paper-09-text-061">
            <a:extLst xmlns:a="http://schemas.openxmlformats.org/drawingml/2006/main">
              <a:ext uri="{FF2B5EF4-FFF2-40B4-BE49-F238E27FC236}">
                <a16:creationId xmlns:a16="http://schemas.microsoft.com/office/drawing/2014/main" id="{2861A4B3-83A9-4454-9F20-849439F2A5FF}"/>
              </a:ext>
            </a:extLst>
          </p:cNvPr>
          <p:cNvSpPr>
            <a:spLocks xmlns:a="http://schemas.openxmlformats.org/drawingml/2006/main" noGrp="1"/>
          </p:cNvSpPr>
          <p:nvPr/>
        </p:nvSpPr>
        <p:spPr>
          <a:xfrm xmlns:a="http://schemas.openxmlformats.org/drawingml/2006/main">
            <a:off x="16077580" y="5851259"/>
            <a:ext cx="812481" cy="3392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80" b="0" i="0">
                <a:solidFill>
                  <a:srgbClr val="EDF4FF"/>
                </a:solidFill>
                <a:latin typeface="Noto Sans KR"/>
                <a:ea typeface="Noto Sans KR"/>
                <a:cs typeface="Noto Sans KR"/>
              </a:defRPr>
            </a:pPr>
            <a:r>
              <a:rPr sz="1680" b="0" i="0">
                <a:solidFill>
                  <a:srgbClr val="EDF4FF"/>
                </a:solidFill>
                <a:latin typeface="Noto Sans KR"/>
                <a:ea typeface="Noto Sans KR"/>
                <a:cs typeface="Noto Sans KR"/>
              </a:rPr>
              <a:t>테스트</a:t>
            </a:r>
          </a:p>
        </p:txBody>
      </p:sp>
      <p:sp>
        <p:nvSpPr>
          <p:cNvPr id="63" name="paper-09-text-062">
            <a:extLst xmlns:a="http://schemas.openxmlformats.org/drawingml/2006/main">
              <a:ext uri="{FF2B5EF4-FFF2-40B4-BE49-F238E27FC236}">
                <a16:creationId xmlns:a16="http://schemas.microsoft.com/office/drawing/2014/main" id="{71FAC9C9-AEEE-42D1-8BA5-6D32B59E070F}"/>
              </a:ext>
            </a:extLst>
          </p:cNvPr>
          <p:cNvSpPr>
            <a:spLocks xmlns:a="http://schemas.openxmlformats.org/drawingml/2006/main" noGrp="1"/>
          </p:cNvSpPr>
          <p:nvPr/>
        </p:nvSpPr>
        <p:spPr>
          <a:xfrm xmlns:a="http://schemas.openxmlformats.org/drawingml/2006/main">
            <a:off x="15580675" y="6282582"/>
            <a:ext cx="1530868" cy="278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8" b="0" i="0">
                <a:solidFill>
                  <a:srgbClr val="A4C7ED"/>
                </a:solidFill>
                <a:latin typeface="Consolas"/>
                <a:ea typeface="Consolas"/>
                <a:cs typeface="Consolas"/>
              </a:defRPr>
            </a:pPr>
            <a:r>
              <a:rPr sz="968" b="0" i="0">
                <a:solidFill>
                  <a:srgbClr val="A4C7ED"/>
                </a:solidFill>
                <a:latin typeface="Consolas"/>
                <a:ea typeface="Consolas"/>
                <a:cs typeface="Consolas"/>
              </a:rPr>
              <a:t>assert result.is_valid</a:t>
            </a:r>
          </a:p>
        </p:txBody>
      </p:sp>
      <p:sp>
        <p:nvSpPr>
          <p:cNvPr id="64" name="paper-09-text-063">
            <a:extLst xmlns:a="http://schemas.openxmlformats.org/drawingml/2006/main">
              <a:ext uri="{FF2B5EF4-FFF2-40B4-BE49-F238E27FC236}">
                <a16:creationId xmlns:a16="http://schemas.microsoft.com/office/drawing/2014/main" id="{D0E01DC0-E386-49D6-B6B8-11A3B0CB695F}"/>
              </a:ext>
            </a:extLst>
          </p:cNvPr>
          <p:cNvSpPr>
            <a:spLocks xmlns:a="http://schemas.openxmlformats.org/drawingml/2006/main" noGrp="1"/>
          </p:cNvSpPr>
          <p:nvPr/>
        </p:nvSpPr>
        <p:spPr>
          <a:xfrm xmlns:a="http://schemas.openxmlformats.org/drawingml/2006/main">
            <a:off x="15594568" y="6453960"/>
            <a:ext cx="2582270" cy="3408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8" b="0" i="0">
                <a:solidFill>
                  <a:srgbClr val="8695AD"/>
                </a:solidFill>
                <a:latin typeface="Noto Sans KR"/>
                <a:ea typeface="Noto Sans KR"/>
                <a:cs typeface="Noto Sans KR"/>
              </a:defRPr>
            </a:pPr>
            <a:r>
              <a:rPr sz="968" b="0" i="0">
                <a:solidFill>
                  <a:srgbClr val="8695AD"/>
                </a:solidFill>
                <a:latin typeface="Noto Sans KR"/>
                <a:ea typeface="Noto Sans KR"/>
                <a:cs typeface="Noto Sans KR"/>
              </a:rPr>
              <a:t>경계 조건 · 통합 검증</a:t>
            </a:r>
          </a:p>
        </p:txBody>
      </p:sp>
      <p:sp>
        <p:nvSpPr>
          <p:cNvPr id="65" name="paper-09-text-064">
            <a:extLst xmlns:a="http://schemas.openxmlformats.org/drawingml/2006/main">
              <a:ext uri="{FF2B5EF4-FFF2-40B4-BE49-F238E27FC236}">
                <a16:creationId xmlns:a16="http://schemas.microsoft.com/office/drawing/2014/main" id="{92456A52-8699-41DA-9226-C995FC81793B}"/>
              </a:ext>
            </a:extLst>
          </p:cNvPr>
          <p:cNvSpPr>
            <a:spLocks xmlns:a="http://schemas.openxmlformats.org/drawingml/2006/main" noGrp="1"/>
          </p:cNvSpPr>
          <p:nvPr/>
        </p:nvSpPr>
        <p:spPr>
          <a:xfrm xmlns:a="http://schemas.openxmlformats.org/drawingml/2006/main">
            <a:off x="10548528" y="8274354"/>
            <a:ext cx="2084453" cy="254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ERROR HANDLING</a:t>
            </a:r>
          </a:p>
        </p:txBody>
      </p:sp>
      <p:sp>
        <p:nvSpPr>
          <p:cNvPr id="66" name="paper-09-text-065">
            <a:extLst xmlns:a="http://schemas.openxmlformats.org/drawingml/2006/main">
              <a:ext uri="{FF2B5EF4-FFF2-40B4-BE49-F238E27FC236}">
                <a16:creationId xmlns:a16="http://schemas.microsoft.com/office/drawing/2014/main" id="{298D1933-221C-4101-88CA-9E4ED99A5AE6}"/>
              </a:ext>
            </a:extLst>
          </p:cNvPr>
          <p:cNvSpPr>
            <a:spLocks xmlns:a="http://schemas.openxmlformats.org/drawingml/2006/main" noGrp="1"/>
          </p:cNvSpPr>
          <p:nvPr/>
        </p:nvSpPr>
        <p:spPr>
          <a:xfrm xmlns:a="http://schemas.openxmlformats.org/drawingml/2006/main">
            <a:off x="10671293" y="8586757"/>
            <a:ext cx="237472" cy="19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8" b="0" i="0">
                <a:solidFill>
                  <a:srgbClr val="9BC6FF"/>
                </a:solidFill>
                <a:latin typeface="Consolas"/>
                <a:ea typeface="Consolas"/>
                <a:cs typeface="Consolas"/>
              </a:defRPr>
            </a:pPr>
            <a:r>
              <a:rPr sz="938" b="0" i="0">
                <a:solidFill>
                  <a:srgbClr val="9BC6FF"/>
                </a:solidFill>
                <a:latin typeface="Consolas"/>
                <a:ea typeface="Consolas"/>
                <a:cs typeface="Consolas"/>
              </a:rPr>
              <a:t>※</a:t>
            </a:r>
          </a:p>
        </p:txBody>
      </p:sp>
      <p:sp>
        <p:nvSpPr>
          <p:cNvPr id="67" name="paper-09-text-066">
            <a:extLst xmlns:a="http://schemas.openxmlformats.org/drawingml/2006/main">
              <a:ext uri="{FF2B5EF4-FFF2-40B4-BE49-F238E27FC236}">
                <a16:creationId xmlns:a16="http://schemas.microsoft.com/office/drawing/2014/main" id="{21660569-F957-4A83-A28D-97BE3003ABBD}"/>
              </a:ext>
            </a:extLst>
          </p:cNvPr>
          <p:cNvSpPr>
            <a:spLocks xmlns:a="http://schemas.openxmlformats.org/drawingml/2006/main" noGrp="1"/>
          </p:cNvSpPr>
          <p:nvPr/>
        </p:nvSpPr>
        <p:spPr>
          <a:xfrm xmlns:a="http://schemas.openxmlformats.org/drawingml/2006/main">
            <a:off x="10980994" y="8486076"/>
            <a:ext cx="1186665" cy="3065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8" b="0" i="0">
                <a:solidFill>
                  <a:srgbClr val="EDF4FF"/>
                </a:solidFill>
                <a:latin typeface="Noto Sans KR"/>
                <a:ea typeface="Noto Sans KR"/>
                <a:cs typeface="Noto Sans KR"/>
              </a:defRPr>
            </a:pPr>
            <a:r>
              <a:rPr sz="1358" b="0" i="0">
                <a:solidFill>
                  <a:srgbClr val="EDF4FF"/>
                </a:solidFill>
                <a:latin typeface="Noto Sans KR"/>
                <a:ea typeface="Noto Sans KR"/>
                <a:cs typeface="Noto Sans KR"/>
              </a:rPr>
              <a:t>예외와 재시도</a:t>
            </a:r>
          </a:p>
        </p:txBody>
      </p:sp>
      <p:sp>
        <p:nvSpPr>
          <p:cNvPr id="68" name="paper-09-text-067">
            <a:extLst xmlns:a="http://schemas.openxmlformats.org/drawingml/2006/main">
              <a:ext uri="{FF2B5EF4-FFF2-40B4-BE49-F238E27FC236}">
                <a16:creationId xmlns:a16="http://schemas.microsoft.com/office/drawing/2014/main" id="{6967E5A7-51FA-4A75-A924-9027CC4F7949}"/>
              </a:ext>
            </a:extLst>
          </p:cNvPr>
          <p:cNvSpPr>
            <a:spLocks xmlns:a="http://schemas.openxmlformats.org/drawingml/2006/main" noGrp="1"/>
          </p:cNvSpPr>
          <p:nvPr/>
        </p:nvSpPr>
        <p:spPr>
          <a:xfrm xmlns:a="http://schemas.openxmlformats.org/drawingml/2006/main">
            <a:off x="10580541" y="8866613"/>
            <a:ext cx="1187739" cy="239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 b="0" i="0">
                <a:solidFill>
                  <a:srgbClr val="A4C7ED"/>
                </a:solidFill>
                <a:latin typeface="Consolas"/>
                <a:ea typeface="Consolas"/>
                <a:cs typeface="Consolas"/>
              </a:defRPr>
            </a:pPr>
            <a:r>
              <a:rPr sz="780" b="0" i="0">
                <a:solidFill>
                  <a:srgbClr val="A4C7ED"/>
                </a:solidFill>
                <a:latin typeface="Consolas"/>
                <a:ea typeface="Consolas"/>
                <a:cs typeface="Consolas"/>
              </a:rPr>
              <a:t>try / catch / backoff</a:t>
            </a:r>
          </a:p>
        </p:txBody>
      </p:sp>
      <p:sp>
        <p:nvSpPr>
          <p:cNvPr id="69" name="paper-09-text-068">
            <a:extLst xmlns:a="http://schemas.openxmlformats.org/drawingml/2006/main">
              <a:ext uri="{FF2B5EF4-FFF2-40B4-BE49-F238E27FC236}">
                <a16:creationId xmlns:a16="http://schemas.microsoft.com/office/drawing/2014/main" id="{91C0189F-47CA-4690-B0CD-AB8F563E3AAD}"/>
              </a:ext>
            </a:extLst>
          </p:cNvPr>
          <p:cNvSpPr>
            <a:spLocks xmlns:a="http://schemas.openxmlformats.org/drawingml/2006/main" noGrp="1"/>
          </p:cNvSpPr>
          <p:nvPr/>
        </p:nvSpPr>
        <p:spPr>
          <a:xfrm xmlns:a="http://schemas.openxmlformats.org/drawingml/2006/main">
            <a:off x="10592342" y="9011837"/>
            <a:ext cx="2086714" cy="292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 b="0" i="0">
                <a:solidFill>
                  <a:srgbClr val="8695AD"/>
                </a:solidFill>
                <a:latin typeface="Noto Sans KR"/>
                <a:ea typeface="Noto Sans KR"/>
                <a:cs typeface="Noto Sans KR"/>
              </a:defRPr>
            </a:pPr>
            <a:r>
              <a:rPr sz="780" b="0" i="0">
                <a:solidFill>
                  <a:srgbClr val="8695AD"/>
                </a:solidFill>
                <a:latin typeface="Noto Sans KR"/>
                <a:ea typeface="Noto Sans KR"/>
                <a:cs typeface="Noto Sans KR"/>
              </a:rPr>
              <a:t>실패 처리 · 중복 방지</a:t>
            </a:r>
          </a:p>
        </p:txBody>
      </p:sp>
      <p:sp>
        <p:nvSpPr>
          <p:cNvPr id="70" name="paper-09-text-069">
            <a:extLst xmlns:a="http://schemas.openxmlformats.org/drawingml/2006/main">
              <a:ext uri="{FF2B5EF4-FFF2-40B4-BE49-F238E27FC236}">
                <a16:creationId xmlns:a16="http://schemas.microsoft.com/office/drawing/2014/main" id="{B2E5D8E3-EE91-4512-8875-CECDD1451A50}"/>
              </a:ext>
            </a:extLst>
          </p:cNvPr>
          <p:cNvSpPr>
            <a:spLocks xmlns:a="http://schemas.openxmlformats.org/drawingml/2006/main" noGrp="1"/>
          </p:cNvSpPr>
          <p:nvPr/>
        </p:nvSpPr>
        <p:spPr>
          <a:xfrm xmlns:a="http://schemas.openxmlformats.org/drawingml/2006/main">
            <a:off x="17569315" y="3376769"/>
            <a:ext cx="718685" cy="3400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OBSERVABILITY</a:t>
            </a:r>
          </a:p>
        </p:txBody>
      </p:sp>
      <p:sp>
        <p:nvSpPr>
          <p:cNvPr id="71" name="paper-09-text-070">
            <a:extLst xmlns:a="http://schemas.openxmlformats.org/drawingml/2006/main">
              <a:ext uri="{FF2B5EF4-FFF2-40B4-BE49-F238E27FC236}">
                <a16:creationId xmlns:a16="http://schemas.microsoft.com/office/drawing/2014/main" id="{EEC0CD61-68F5-4498-BF3A-F18BF1677041}"/>
              </a:ext>
            </a:extLst>
          </p:cNvPr>
          <p:cNvSpPr>
            <a:spLocks xmlns:a="http://schemas.openxmlformats.org/drawingml/2006/main" noGrp="1"/>
          </p:cNvSpPr>
          <p:nvPr/>
        </p:nvSpPr>
        <p:spPr>
          <a:xfrm xmlns:a="http://schemas.openxmlformats.org/drawingml/2006/main">
            <a:off x="17968509" y="3588742"/>
            <a:ext cx="319491" cy="3345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80" b="0" i="0">
                <a:solidFill>
                  <a:srgbClr val="EDF4FF"/>
                </a:solidFill>
                <a:latin typeface="Noto Sans KR"/>
                <a:ea typeface="Noto Sans KR"/>
                <a:cs typeface="Noto Sans KR"/>
              </a:defRPr>
            </a:pPr>
            <a:r>
              <a:rPr sz="1380" b="0" i="0">
                <a:solidFill>
                  <a:srgbClr val="EDF4FF"/>
                </a:solidFill>
                <a:latin typeface="Noto Sans KR"/>
                <a:ea typeface="Noto Sans KR"/>
                <a:cs typeface="Noto Sans KR"/>
              </a:rPr>
              <a:t>로그 분석</a:t>
            </a:r>
          </a:p>
        </p:txBody>
      </p:sp>
      <p:sp>
        <p:nvSpPr>
          <p:cNvPr id="72" name="paper-09-text-071">
            <a:extLst xmlns:a="http://schemas.openxmlformats.org/drawingml/2006/main">
              <a:ext uri="{FF2B5EF4-FFF2-40B4-BE49-F238E27FC236}">
                <a16:creationId xmlns:a16="http://schemas.microsoft.com/office/drawing/2014/main" id="{B3585525-1B85-4B0F-8FCA-6ABB570517A4}"/>
              </a:ext>
            </a:extLst>
          </p:cNvPr>
          <p:cNvSpPr>
            <a:spLocks xmlns:a="http://schemas.openxmlformats.org/drawingml/2006/main" noGrp="1"/>
          </p:cNvSpPr>
          <p:nvPr/>
        </p:nvSpPr>
        <p:spPr>
          <a:xfrm xmlns:a="http://schemas.openxmlformats.org/drawingml/2006/main">
            <a:off x="17510868" y="3924414"/>
            <a:ext cx="777132" cy="275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 b="0" i="0">
                <a:solidFill>
                  <a:srgbClr val="A4C7ED"/>
                </a:solidFill>
                <a:latin typeface="Consolas"/>
                <a:ea typeface="Consolas"/>
                <a:cs typeface="Consolas"/>
              </a:defRPr>
            </a:pPr>
            <a:r>
              <a:rPr sz="795" b="0" i="0">
                <a:solidFill>
                  <a:srgbClr val="A4C7ED"/>
                </a:solidFill>
                <a:latin typeface="Consolas"/>
                <a:ea typeface="Consolas"/>
                <a:cs typeface="Consolas"/>
              </a:rPr>
              <a:t>INFO → WARN → ERROR</a:t>
            </a:r>
          </a:p>
        </p:txBody>
      </p:sp>
      <p:sp>
        <p:nvSpPr>
          <p:cNvPr id="73" name="paper-09-text-072">
            <a:extLst xmlns:a="http://schemas.openxmlformats.org/drawingml/2006/main">
              <a:ext uri="{FF2B5EF4-FFF2-40B4-BE49-F238E27FC236}">
                <a16:creationId xmlns:a16="http://schemas.microsoft.com/office/drawing/2014/main" id="{304E68EA-D6AE-4678-889A-05C7AB854662}"/>
              </a:ext>
            </a:extLst>
          </p:cNvPr>
          <p:cNvSpPr>
            <a:spLocks xmlns:a="http://schemas.openxmlformats.org/drawingml/2006/main" noGrp="1"/>
          </p:cNvSpPr>
          <p:nvPr/>
        </p:nvSpPr>
        <p:spPr>
          <a:xfrm xmlns:a="http://schemas.openxmlformats.org/drawingml/2006/main">
            <a:off x="17490914" y="4124339"/>
            <a:ext cx="797086" cy="37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 b="0" i="0">
                <a:solidFill>
                  <a:srgbClr val="8695AD"/>
                </a:solidFill>
                <a:latin typeface="Noto Sans KR"/>
                <a:ea typeface="Noto Sans KR"/>
                <a:cs typeface="Noto Sans KR"/>
              </a:defRPr>
            </a:pPr>
            <a:r>
              <a:rPr sz="795" b="0" i="0">
                <a:solidFill>
                  <a:srgbClr val="8695AD"/>
                </a:solidFill>
                <a:latin typeface="Noto Sans KR"/>
                <a:ea typeface="Noto Sans KR"/>
                <a:cs typeface="Noto Sans KR"/>
              </a:rPr>
              <a:t>이력 · 추적 · 진단</a:t>
            </a:r>
          </a:p>
        </p:txBody>
      </p:sp>
      <p:sp>
        <p:nvSpPr>
          <p:cNvPr id="74" name="paper-09-text-073">
            <a:extLst xmlns:a="http://schemas.openxmlformats.org/drawingml/2006/main">
              <a:ext uri="{FF2B5EF4-FFF2-40B4-BE49-F238E27FC236}">
                <a16:creationId xmlns:a16="http://schemas.microsoft.com/office/drawing/2014/main" id="{D833D26C-76DD-44DF-ACCF-6234C0BAC181}"/>
              </a:ext>
            </a:extLst>
          </p:cNvPr>
          <p:cNvSpPr>
            <a:spLocks xmlns:a="http://schemas.openxmlformats.org/drawingml/2006/main" noGrp="1"/>
          </p:cNvSpPr>
          <p:nvPr/>
        </p:nvSpPr>
        <p:spPr>
          <a:xfrm xmlns:a="http://schemas.openxmlformats.org/drawingml/2006/main">
            <a:off x="8535430" y="1409015"/>
            <a:ext cx="2084120" cy="183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OPERATIONS</a:t>
            </a:r>
          </a:p>
        </p:txBody>
      </p:sp>
      <p:sp>
        <p:nvSpPr>
          <p:cNvPr id="75" name="paper-09-text-074">
            <a:extLst xmlns:a="http://schemas.openxmlformats.org/drawingml/2006/main">
              <a:ext uri="{FF2B5EF4-FFF2-40B4-BE49-F238E27FC236}">
                <a16:creationId xmlns:a16="http://schemas.microsoft.com/office/drawing/2014/main" id="{3C7F45E1-D3B9-4979-88EE-9E14EDE091BE}"/>
              </a:ext>
            </a:extLst>
          </p:cNvPr>
          <p:cNvSpPr>
            <a:spLocks xmlns:a="http://schemas.openxmlformats.org/drawingml/2006/main" noGrp="1"/>
          </p:cNvSpPr>
          <p:nvPr/>
        </p:nvSpPr>
        <p:spPr>
          <a:xfrm xmlns:a="http://schemas.openxmlformats.org/drawingml/2006/main">
            <a:off x="8589312" y="1614173"/>
            <a:ext cx="333468" cy="1952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8" b="0" i="0">
                <a:solidFill>
                  <a:srgbClr val="9BC6FF"/>
                </a:solidFill>
                <a:latin typeface="Consolas"/>
                <a:ea typeface="Consolas"/>
                <a:cs typeface="Consolas"/>
              </a:defRPr>
            </a:pPr>
            <a:r>
              <a:rPr sz="938" b="0" i="0">
                <a:solidFill>
                  <a:srgbClr val="9BC6FF"/>
                </a:solidFill>
                <a:latin typeface="Consolas"/>
                <a:ea typeface="Consolas"/>
                <a:cs typeface="Consolas"/>
              </a:rPr>
              <a:t>□—□</a:t>
            </a:r>
          </a:p>
        </p:txBody>
      </p:sp>
      <p:sp>
        <p:nvSpPr>
          <p:cNvPr id="76" name="paper-09-text-075">
            <a:extLst xmlns:a="http://schemas.openxmlformats.org/drawingml/2006/main">
              <a:ext uri="{FF2B5EF4-FFF2-40B4-BE49-F238E27FC236}">
                <a16:creationId xmlns:a16="http://schemas.microsoft.com/office/drawing/2014/main" id="{580F9234-09D1-4808-848F-A847A62F2552}"/>
              </a:ext>
            </a:extLst>
          </p:cNvPr>
          <p:cNvSpPr>
            <a:spLocks xmlns:a="http://schemas.openxmlformats.org/drawingml/2006/main" noGrp="1"/>
          </p:cNvSpPr>
          <p:nvPr/>
        </p:nvSpPr>
        <p:spPr>
          <a:xfrm xmlns:a="http://schemas.openxmlformats.org/drawingml/2006/main">
            <a:off x="8951051" y="1594464"/>
            <a:ext cx="1022217" cy="268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8" b="0" i="0">
                <a:solidFill>
                  <a:srgbClr val="EDF4FF"/>
                </a:solidFill>
                <a:latin typeface="Noto Sans KR"/>
                <a:ea typeface="Noto Sans KR"/>
                <a:cs typeface="Noto Sans KR"/>
              </a:defRPr>
            </a:pPr>
            <a:r>
              <a:rPr sz="1358" b="0" i="0">
                <a:solidFill>
                  <a:srgbClr val="EDF4FF"/>
                </a:solidFill>
                <a:latin typeface="Noto Sans KR"/>
                <a:ea typeface="Noto Sans KR"/>
                <a:cs typeface="Noto Sans KR"/>
              </a:rPr>
              <a:t>배포와 운영</a:t>
            </a:r>
          </a:p>
        </p:txBody>
      </p:sp>
      <p:sp>
        <p:nvSpPr>
          <p:cNvPr id="77" name="paper-09-text-076">
            <a:extLst xmlns:a="http://schemas.openxmlformats.org/drawingml/2006/main">
              <a:ext uri="{FF2B5EF4-FFF2-40B4-BE49-F238E27FC236}">
                <a16:creationId xmlns:a16="http://schemas.microsoft.com/office/drawing/2014/main" id="{BBCD9116-A160-405F-985E-541B6AAF47C7}"/>
              </a:ext>
            </a:extLst>
          </p:cNvPr>
          <p:cNvSpPr>
            <a:spLocks xmlns:a="http://schemas.openxmlformats.org/drawingml/2006/main" noGrp="1"/>
          </p:cNvSpPr>
          <p:nvPr/>
        </p:nvSpPr>
        <p:spPr>
          <a:xfrm xmlns:a="http://schemas.openxmlformats.org/drawingml/2006/main">
            <a:off x="8521310" y="1948654"/>
            <a:ext cx="1427373" cy="203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 b="0" i="0">
                <a:solidFill>
                  <a:srgbClr val="A4C7ED"/>
                </a:solidFill>
                <a:latin typeface="Consolas"/>
                <a:ea typeface="Consolas"/>
                <a:cs typeface="Consolas"/>
              </a:defRPr>
            </a:pPr>
            <a:r>
              <a:rPr sz="780" b="0" i="0">
                <a:solidFill>
                  <a:srgbClr val="A4C7ED"/>
                </a:solidFill>
                <a:latin typeface="Consolas"/>
                <a:ea typeface="Consolas"/>
                <a:cs typeface="Consolas"/>
              </a:rPr>
              <a:t>build → deploy → monitor</a:t>
            </a:r>
          </a:p>
        </p:txBody>
      </p:sp>
      <p:sp>
        <p:nvSpPr>
          <p:cNvPr id="78" name="paper-09-text-077">
            <a:extLst xmlns:a="http://schemas.openxmlformats.org/drawingml/2006/main">
              <a:ext uri="{FF2B5EF4-FFF2-40B4-BE49-F238E27FC236}">
                <a16:creationId xmlns:a16="http://schemas.microsoft.com/office/drawing/2014/main" id="{CA2A73CB-A2DC-4921-8E85-37F7C6C11F21}"/>
              </a:ext>
            </a:extLst>
          </p:cNvPr>
          <p:cNvSpPr>
            <a:spLocks xmlns:a="http://schemas.openxmlformats.org/drawingml/2006/main" noGrp="1"/>
          </p:cNvSpPr>
          <p:nvPr/>
        </p:nvSpPr>
        <p:spPr>
          <a:xfrm xmlns:a="http://schemas.openxmlformats.org/drawingml/2006/main">
            <a:off x="8516448" y="2147578"/>
            <a:ext cx="2085051" cy="221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 b="0" i="0">
                <a:solidFill>
                  <a:srgbClr val="8695AD"/>
                </a:solidFill>
                <a:latin typeface="Noto Sans KR"/>
                <a:ea typeface="Noto Sans KR"/>
                <a:cs typeface="Noto Sans KR"/>
              </a:defRPr>
            </a:pPr>
            <a:r>
              <a:rPr sz="780" b="0" i="0">
                <a:solidFill>
                  <a:srgbClr val="8695AD"/>
                </a:solidFill>
                <a:latin typeface="Noto Sans KR"/>
                <a:ea typeface="Noto Sans KR"/>
                <a:cs typeface="Noto Sans KR"/>
              </a:rPr>
              <a:t>프로세스 · 배포 · 유지보수</a:t>
            </a:r>
          </a:p>
        </p:txBody>
      </p:sp>
      <p:sp>
        <p:nvSpPr>
          <p:cNvPr id="79" name="paper-09-text-078">
            <a:extLst xmlns:a="http://schemas.openxmlformats.org/drawingml/2006/main">
              <a:ext uri="{FF2B5EF4-FFF2-40B4-BE49-F238E27FC236}">
                <a16:creationId xmlns:a16="http://schemas.microsoft.com/office/drawing/2014/main" id="{CA3E752D-F1C4-4969-8257-49B97F14A819}"/>
              </a:ext>
            </a:extLst>
          </p:cNvPr>
          <p:cNvSpPr>
            <a:spLocks xmlns:a="http://schemas.openxmlformats.org/drawingml/2006/main" noGrp="1"/>
          </p:cNvSpPr>
          <p:nvPr/>
        </p:nvSpPr>
        <p:spPr>
          <a:xfrm xmlns:a="http://schemas.openxmlformats.org/drawingml/2006/main">
            <a:off x="5432643" y="8289503"/>
            <a:ext cx="1750588" cy="353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LOGIC</a:t>
            </a:r>
          </a:p>
        </p:txBody>
      </p:sp>
      <p:sp>
        <p:nvSpPr>
          <p:cNvPr id="80" name="paper-09-text-079">
            <a:extLst xmlns:a="http://schemas.openxmlformats.org/drawingml/2006/main">
              <a:ext uri="{FF2B5EF4-FFF2-40B4-BE49-F238E27FC236}">
                <a16:creationId xmlns:a16="http://schemas.microsoft.com/office/drawing/2014/main" id="{89090E7F-7180-46E0-BBEA-6391E515CE91}"/>
              </a:ext>
            </a:extLst>
          </p:cNvPr>
          <p:cNvSpPr>
            <a:spLocks xmlns:a="http://schemas.openxmlformats.org/drawingml/2006/main" noGrp="1"/>
          </p:cNvSpPr>
          <p:nvPr/>
        </p:nvSpPr>
        <p:spPr>
          <a:xfrm xmlns:a="http://schemas.openxmlformats.org/drawingml/2006/main">
            <a:off x="5538965" y="8668980"/>
            <a:ext cx="234465" cy="183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i="0">
                <a:solidFill>
                  <a:srgbClr val="9BC6FF"/>
                </a:solidFill>
                <a:latin typeface="Consolas"/>
                <a:ea typeface="Consolas"/>
                <a:cs typeface="Consolas"/>
              </a:defRPr>
            </a:pPr>
            <a:r>
              <a:rPr sz="788" b="0" i="0">
                <a:solidFill>
                  <a:srgbClr val="9BC6FF"/>
                </a:solidFill>
                <a:latin typeface="Consolas"/>
                <a:ea typeface="Consolas"/>
                <a:cs typeface="Consolas"/>
              </a:rPr>
              <a:t>◇</a:t>
            </a:r>
          </a:p>
        </p:txBody>
      </p:sp>
      <p:sp>
        <p:nvSpPr>
          <p:cNvPr id="81" name="paper-09-text-080">
            <a:extLst xmlns:a="http://schemas.openxmlformats.org/drawingml/2006/main">
              <a:ext uri="{FF2B5EF4-FFF2-40B4-BE49-F238E27FC236}">
                <a16:creationId xmlns:a16="http://schemas.microsoft.com/office/drawing/2014/main" id="{36817E58-04C6-4C85-A560-C235E127E589}"/>
              </a:ext>
            </a:extLst>
          </p:cNvPr>
          <p:cNvSpPr>
            <a:spLocks xmlns:a="http://schemas.openxmlformats.org/drawingml/2006/main" noGrp="1"/>
          </p:cNvSpPr>
          <p:nvPr/>
        </p:nvSpPr>
        <p:spPr>
          <a:xfrm xmlns:a="http://schemas.openxmlformats.org/drawingml/2006/main">
            <a:off x="5804929" y="8549880"/>
            <a:ext cx="591003" cy="2956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0" b="0" i="0">
                <a:solidFill>
                  <a:srgbClr val="EDF4FF"/>
                </a:solidFill>
                <a:latin typeface="Noto Sans KR"/>
                <a:ea typeface="Noto Sans KR"/>
                <a:cs typeface="Noto Sans KR"/>
              </a:defRPr>
            </a:pPr>
            <a:r>
              <a:rPr sz="1140" b="0" i="0">
                <a:solidFill>
                  <a:srgbClr val="EDF4FF"/>
                </a:solidFill>
                <a:latin typeface="Noto Sans KR"/>
                <a:ea typeface="Noto Sans KR"/>
                <a:cs typeface="Noto Sans KR"/>
              </a:rPr>
              <a:t>알고리즘</a:t>
            </a:r>
          </a:p>
        </p:txBody>
      </p:sp>
      <p:sp>
        <p:nvSpPr>
          <p:cNvPr id="82" name="paper-09-text-081">
            <a:extLst xmlns:a="http://schemas.openxmlformats.org/drawingml/2006/main">
              <a:ext uri="{FF2B5EF4-FFF2-40B4-BE49-F238E27FC236}">
                <a16:creationId xmlns:a16="http://schemas.microsoft.com/office/drawing/2014/main" id="{1A6EA786-01C3-4C63-A8A4-78F7D0762536}"/>
              </a:ext>
            </a:extLst>
          </p:cNvPr>
          <p:cNvSpPr>
            <a:spLocks xmlns:a="http://schemas.openxmlformats.org/drawingml/2006/main" noGrp="1"/>
          </p:cNvSpPr>
          <p:nvPr/>
        </p:nvSpPr>
        <p:spPr>
          <a:xfrm xmlns:a="http://schemas.openxmlformats.org/drawingml/2006/main">
            <a:off x="5493234" y="8831152"/>
            <a:ext cx="1174642" cy="297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A4C7ED"/>
                </a:solidFill>
                <a:latin typeface="Consolas"/>
                <a:ea typeface="Consolas"/>
                <a:cs typeface="Consolas"/>
              </a:defRPr>
            </a:pPr>
            <a:r>
              <a:rPr sz="675" b="0" i="0">
                <a:solidFill>
                  <a:srgbClr val="A4C7ED"/>
                </a:solidFill>
                <a:latin typeface="Consolas"/>
                <a:ea typeface="Consolas"/>
                <a:cs typeface="Consolas"/>
              </a:rPr>
              <a:t>if condition: evaluate()</a:t>
            </a:r>
          </a:p>
        </p:txBody>
      </p:sp>
      <p:sp>
        <p:nvSpPr>
          <p:cNvPr id="83" name="paper-09-text-082">
            <a:extLst xmlns:a="http://schemas.openxmlformats.org/drawingml/2006/main">
              <a:ext uri="{FF2B5EF4-FFF2-40B4-BE49-F238E27FC236}">
                <a16:creationId xmlns:a16="http://schemas.microsoft.com/office/drawing/2014/main" id="{B5C4EF79-AAF2-4E1F-83ED-90C3ECBCBE54}"/>
              </a:ext>
            </a:extLst>
          </p:cNvPr>
          <p:cNvSpPr>
            <a:spLocks xmlns:a="http://schemas.openxmlformats.org/drawingml/2006/main" noGrp="1"/>
          </p:cNvSpPr>
          <p:nvPr/>
        </p:nvSpPr>
        <p:spPr>
          <a:xfrm xmlns:a="http://schemas.openxmlformats.org/drawingml/2006/main">
            <a:off x="5515067" y="8924134"/>
            <a:ext cx="1753042" cy="372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 b="0" i="0">
                <a:solidFill>
                  <a:srgbClr val="8695AD"/>
                </a:solidFill>
                <a:latin typeface="Noto Sans KR"/>
                <a:ea typeface="Noto Sans KR"/>
                <a:cs typeface="Noto Sans KR"/>
              </a:defRPr>
            </a:pPr>
            <a:r>
              <a:rPr sz="675" b="0" i="0">
                <a:solidFill>
                  <a:srgbClr val="8695AD"/>
                </a:solidFill>
                <a:latin typeface="Noto Sans KR"/>
                <a:ea typeface="Noto Sans KR"/>
                <a:cs typeface="Noto Sans KR"/>
              </a:rPr>
              <a:t>조건 · 흐름 · 상태</a:t>
            </a:r>
          </a:p>
        </p:txBody>
      </p:sp>
      <p:sp>
        <p:nvSpPr>
          <p:cNvPr id="84" name="paper-09-text-083">
            <a:extLst xmlns:a="http://schemas.openxmlformats.org/drawingml/2006/main">
              <a:ext uri="{FF2B5EF4-FFF2-40B4-BE49-F238E27FC236}">
                <a16:creationId xmlns:a16="http://schemas.microsoft.com/office/drawing/2014/main" id="{98ECA065-30A4-4C64-A992-89A4941530A0}"/>
              </a:ext>
            </a:extLst>
          </p:cNvPr>
          <p:cNvSpPr>
            <a:spLocks xmlns:a="http://schemas.openxmlformats.org/drawingml/2006/main" noGrp="1"/>
          </p:cNvSpPr>
          <p:nvPr/>
        </p:nvSpPr>
        <p:spPr>
          <a:xfrm xmlns:a="http://schemas.openxmlformats.org/drawingml/2006/main">
            <a:off x="17780540" y="7981193"/>
            <a:ext cx="507460" cy="3639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 b="0" i="0">
                <a:solidFill>
                  <a:srgbClr val="7191B6"/>
                </a:solidFill>
                <a:latin typeface="Consolas"/>
                <a:ea typeface="Consolas"/>
                <a:cs typeface="Consolas"/>
              </a:defRPr>
            </a:pPr>
            <a:r>
              <a:rPr sz="600" b="0" i="0">
                <a:solidFill>
                  <a:srgbClr val="7191B6"/>
                </a:solidFill>
                <a:latin typeface="Consolas"/>
                <a:ea typeface="Consolas"/>
                <a:cs typeface="Consolas"/>
              </a:rPr>
              <a:t>SECURITY</a:t>
            </a:r>
          </a:p>
        </p:txBody>
      </p:sp>
      <p:sp>
        <p:nvSpPr>
          <p:cNvPr id="85" name="paper-09-text-084">
            <a:extLst xmlns:a="http://schemas.openxmlformats.org/drawingml/2006/main">
              <a:ext uri="{FF2B5EF4-FFF2-40B4-BE49-F238E27FC236}">
                <a16:creationId xmlns:a16="http://schemas.microsoft.com/office/drawing/2014/main" id="{877971E9-542F-4E59-8207-7632725F1A4E}"/>
              </a:ext>
            </a:extLst>
          </p:cNvPr>
          <p:cNvSpPr>
            <a:spLocks xmlns:a="http://schemas.openxmlformats.org/drawingml/2006/main" noGrp="1"/>
          </p:cNvSpPr>
          <p:nvPr/>
        </p:nvSpPr>
        <p:spPr>
          <a:xfrm xmlns:a="http://schemas.openxmlformats.org/drawingml/2006/main">
            <a:off x="17837322" y="8182205"/>
            <a:ext cx="242997" cy="1838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i="0">
                <a:solidFill>
                  <a:srgbClr val="9BC6FF"/>
                </a:solidFill>
                <a:latin typeface="Consolas"/>
                <a:ea typeface="Consolas"/>
                <a:cs typeface="Consolas"/>
              </a:defRPr>
            </a:pPr>
            <a:r>
              <a:rPr sz="825" b="0" i="0">
                <a:solidFill>
                  <a:srgbClr val="9BC6FF"/>
                </a:solidFill>
                <a:latin typeface="Consolas"/>
                <a:ea typeface="Consolas"/>
                <a:cs typeface="Consolas"/>
              </a:rPr>
              <a:t>◇</a:t>
            </a:r>
          </a:p>
        </p:txBody>
      </p:sp>
      <p:sp>
        <p:nvSpPr>
          <p:cNvPr id="86" name="paper-09-text-085">
            <a:extLst xmlns:a="http://schemas.openxmlformats.org/drawingml/2006/main">
              <a:ext uri="{FF2B5EF4-FFF2-40B4-BE49-F238E27FC236}">
                <a16:creationId xmlns:a16="http://schemas.microsoft.com/office/drawing/2014/main" id="{C224A9C4-371C-4FD7-8E37-C2E4E1141DA5}"/>
              </a:ext>
            </a:extLst>
          </p:cNvPr>
          <p:cNvSpPr>
            <a:spLocks xmlns:a="http://schemas.openxmlformats.org/drawingml/2006/main" noGrp="1"/>
          </p:cNvSpPr>
          <p:nvPr/>
        </p:nvSpPr>
        <p:spPr>
          <a:xfrm xmlns:a="http://schemas.openxmlformats.org/drawingml/2006/main">
            <a:off x="18116569" y="8190615"/>
            <a:ext cx="171431" cy="2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93" b="0" i="0">
                <a:solidFill>
                  <a:srgbClr val="EDF4FF"/>
                </a:solidFill>
                <a:latin typeface="Noto Sans KR"/>
                <a:ea typeface="Noto Sans KR"/>
                <a:cs typeface="Noto Sans KR"/>
              </a:defRPr>
            </a:pPr>
            <a:r>
              <a:rPr sz="1193" b="0" i="0">
                <a:solidFill>
                  <a:srgbClr val="EDF4FF"/>
                </a:solidFill>
                <a:latin typeface="Noto Sans KR"/>
                <a:ea typeface="Noto Sans KR"/>
                <a:cs typeface="Noto Sans KR"/>
              </a:rPr>
              <a:t>보안</a:t>
            </a:r>
          </a:p>
        </p:txBody>
      </p:sp>
      <p:sp>
        <p:nvSpPr>
          <p:cNvPr id="87" name="paper-09-text-086">
            <a:extLst xmlns:a="http://schemas.openxmlformats.org/drawingml/2006/main">
              <a:ext uri="{FF2B5EF4-FFF2-40B4-BE49-F238E27FC236}">
                <a16:creationId xmlns:a16="http://schemas.microsoft.com/office/drawing/2014/main" id="{C13C8809-41A0-4C00-B71F-4EA74873DF03}"/>
              </a:ext>
            </a:extLst>
          </p:cNvPr>
          <p:cNvSpPr>
            <a:spLocks xmlns:a="http://schemas.openxmlformats.org/drawingml/2006/main" noGrp="1"/>
          </p:cNvSpPr>
          <p:nvPr/>
        </p:nvSpPr>
        <p:spPr>
          <a:xfrm xmlns:a="http://schemas.openxmlformats.org/drawingml/2006/main">
            <a:off x="17715176" y="8465579"/>
            <a:ext cx="572824" cy="275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 b="0" i="0">
                <a:solidFill>
                  <a:srgbClr val="A4C7ED"/>
                </a:solidFill>
                <a:latin typeface="Consolas"/>
                <a:ea typeface="Consolas"/>
                <a:cs typeface="Consolas"/>
              </a:defRPr>
            </a:pPr>
            <a:r>
              <a:rPr sz="690" b="0" i="0">
                <a:solidFill>
                  <a:srgbClr val="A4C7ED"/>
                </a:solidFill>
                <a:latin typeface="Consolas"/>
                <a:ea typeface="Consolas"/>
                <a:cs typeface="Consolas"/>
              </a:rPr>
              <a:t>secrets / permission</a:t>
            </a:r>
          </a:p>
        </p:txBody>
      </p:sp>
      <p:sp>
        <p:nvSpPr>
          <p:cNvPr id="88" name="paper-09-text-087">
            <a:extLst xmlns:a="http://schemas.openxmlformats.org/drawingml/2006/main">
              <a:ext uri="{FF2B5EF4-FFF2-40B4-BE49-F238E27FC236}">
                <a16:creationId xmlns:a16="http://schemas.microsoft.com/office/drawing/2014/main" id="{860EF453-CEB8-4771-8E44-BD3CFCB530AB}"/>
              </a:ext>
            </a:extLst>
          </p:cNvPr>
          <p:cNvSpPr>
            <a:spLocks xmlns:a="http://schemas.openxmlformats.org/drawingml/2006/main" noGrp="1"/>
          </p:cNvSpPr>
          <p:nvPr/>
        </p:nvSpPr>
        <p:spPr>
          <a:xfrm xmlns:a="http://schemas.openxmlformats.org/drawingml/2006/main">
            <a:off x="17692978" y="8636486"/>
            <a:ext cx="595022" cy="3828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 b="0" i="0">
                <a:solidFill>
                  <a:srgbClr val="8695AD"/>
                </a:solidFill>
                <a:latin typeface="Noto Sans KR"/>
                <a:ea typeface="Noto Sans KR"/>
                <a:cs typeface="Noto Sans KR"/>
              </a:defRPr>
            </a:pPr>
            <a:r>
              <a:rPr sz="690" b="0" i="0">
                <a:solidFill>
                  <a:srgbClr val="8695AD"/>
                </a:solidFill>
                <a:latin typeface="Noto Sans KR"/>
                <a:ea typeface="Noto Sans KR"/>
                <a:cs typeface="Noto Sans KR"/>
              </a:rPr>
              <a:t>민감 정보 · 접근 제어</a:t>
            </a:r>
          </a:p>
        </p:txBody>
      </p:sp>
      <p:sp>
        <p:nvSpPr>
          <p:cNvPr id="89" name="paper-09-text-088">
            <a:extLst xmlns:a="http://schemas.openxmlformats.org/drawingml/2006/main">
              <a:ext uri="{FF2B5EF4-FFF2-40B4-BE49-F238E27FC236}">
                <a16:creationId xmlns:a16="http://schemas.microsoft.com/office/drawing/2014/main" id="{D24F5C50-6034-4B6B-9C44-C1C4BEE5ABC2}"/>
              </a:ext>
            </a:extLst>
          </p:cNvPr>
          <p:cNvSpPr>
            <a:spLocks xmlns:a="http://schemas.openxmlformats.org/drawingml/2006/main" noGrp="1"/>
          </p:cNvSpPr>
          <p:nvPr/>
        </p:nvSpPr>
        <p:spPr>
          <a:xfrm xmlns:a="http://schemas.openxmlformats.org/drawingml/2006/main">
            <a:off x="6834027" y="4474464"/>
            <a:ext cx="4620095" cy="8187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4800" b="0" i="0">
                <a:solidFill>
                  <a:srgbClr val="EDF4FF"/>
                </a:solidFill>
                <a:latin typeface="Daki M Title"/>
                <a:ea typeface="Daki M Title"/>
                <a:cs typeface="Daki M Title"/>
              </a:defRPr>
            </a:pPr>
            <a:r>
              <a:rPr sz="4800" b="0" i="0">
                <a:solidFill>
                  <a:srgbClr val="EDF4FF"/>
                </a:solidFill>
                <a:latin typeface="Daki M Title"/>
                <a:ea typeface="Daki M Title"/>
                <a:cs typeface="Daki M Title"/>
              </a:rPr>
              <a:t>투자를 하기 위해</a:t>
            </a:r>
          </a:p>
        </p:txBody>
      </p:sp>
      <p:sp>
        <p:nvSpPr>
          <p:cNvPr id="90" name="paper-09-text-089">
            <a:extLst xmlns:a="http://schemas.openxmlformats.org/drawingml/2006/main">
              <a:ext uri="{FF2B5EF4-FFF2-40B4-BE49-F238E27FC236}">
                <a16:creationId xmlns:a16="http://schemas.microsoft.com/office/drawing/2014/main" id="{EFF633F6-4EA8-404E-ABC4-6FE20DC266E4}"/>
              </a:ext>
            </a:extLst>
          </p:cNvPr>
          <p:cNvSpPr>
            <a:spLocks xmlns:a="http://schemas.openxmlformats.org/drawingml/2006/main" noGrp="1"/>
          </p:cNvSpPr>
          <p:nvPr/>
        </p:nvSpPr>
        <p:spPr>
          <a:xfrm xmlns:a="http://schemas.openxmlformats.org/drawingml/2006/main">
            <a:off x="7537502" y="5447490"/>
            <a:ext cx="3213146" cy="4890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0" i="0">
                <a:solidFill>
                  <a:srgbClr val="B8C9DF"/>
                </a:solidFill>
                <a:latin typeface="Arial"/>
                <a:ea typeface="Arial"/>
                <a:cs typeface="Arial"/>
              </a:defRPr>
            </a:pPr>
            <a:r>
              <a:rPr sz="2325" b="0" i="0">
                <a:solidFill>
                  <a:srgbClr val="B8C9DF"/>
                </a:solidFill>
                <a:latin typeface="Arial"/>
                <a:ea typeface="Arial"/>
                <a:cs typeface="Arial"/>
              </a:rPr>
              <a:t>개발까지 해야 한다면.</a:t>
            </a:r>
          </a:p>
        </p:txBody>
      </p:sp>
    </p:spTree>
    <p:extLst>
      <p:ext uri="{BB962C8B-B14F-4D97-AF65-F5344CB8AC3E}">
        <p14:creationId xmlns:p14="http://schemas.microsoft.com/office/powerpoint/2010/main" val="4498522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cc941d467834c7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822504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9f03e76de8f48c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3596491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45a55be176e44a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12-text-001">
            <a:extLst xmlns:a="http://schemas.openxmlformats.org/drawingml/2006/main">
              <a:ext uri="{FF2B5EF4-FFF2-40B4-BE49-F238E27FC236}">
                <a16:creationId xmlns:a16="http://schemas.microsoft.com/office/drawing/2014/main" id="{8368E5FE-8DE2-490E-9242-86AF8DEB6F36}"/>
              </a:ext>
            </a:extLst>
          </p:cNvPr>
          <p:cNvSpPr>
            <a:spLocks xmlns:a="http://schemas.openxmlformats.org/drawingml/2006/main" noGrp="1"/>
          </p:cNvSpPr>
          <p:nvPr/>
        </p:nvSpPr>
        <p:spPr>
          <a:xfrm xmlns:a="http://schemas.openxmlformats.org/drawingml/2006/main">
            <a:off x="6054179" y="3754755"/>
            <a:ext cx="7589341" cy="2211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0" b="0" i="0">
                <a:solidFill>
                  <a:srgbClr val="0E20B2"/>
                </a:solidFill>
                <a:latin typeface="Daki L"/>
                <a:ea typeface="Daki L"/>
                <a:cs typeface="Daki L"/>
              </a:defRPr>
            </a:pPr>
            <a:r>
              <a:rPr sz="13500" b="0" i="0">
                <a:solidFill>
                  <a:srgbClr val="0E20B2"/>
                </a:solidFill>
                <a:latin typeface="Daki L"/>
                <a:ea typeface="Daki L"/>
                <a:cs typeface="Daki L"/>
              </a:rPr>
              <a:t>ATHENA</a:t>
            </a:r>
          </a:p>
        </p:txBody>
      </p:sp>
      <p:sp>
        <p:nvSpPr>
          <p:cNvPr id="3" name="paper-12-text-002">
            <a:extLst xmlns:a="http://schemas.openxmlformats.org/drawingml/2006/main">
              <a:ext uri="{FF2B5EF4-FFF2-40B4-BE49-F238E27FC236}">
                <a16:creationId xmlns:a16="http://schemas.microsoft.com/office/drawing/2014/main" id="{36CC6B94-DDDB-4BDE-8E5F-5240354D3614}"/>
              </a:ext>
            </a:extLst>
          </p:cNvPr>
          <p:cNvSpPr>
            <a:spLocks xmlns:a="http://schemas.openxmlformats.org/drawingml/2006/main" noGrp="1"/>
          </p:cNvSpPr>
          <p:nvPr/>
        </p:nvSpPr>
        <p:spPr>
          <a:xfrm xmlns:a="http://schemas.openxmlformats.org/drawingml/2006/main">
            <a:off x="6824960" y="6138863"/>
            <a:ext cx="486424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718096"/>
                </a:solidFill>
                <a:latin typeface="Noto Sans KR"/>
                <a:ea typeface="Noto Sans KR"/>
                <a:cs typeface="Noto Sans KR"/>
              </a:defRPr>
            </a:pPr>
            <a:r>
              <a:rPr sz="2025" b="0" i="0">
                <a:solidFill>
                  <a:srgbClr val="718096"/>
                </a:solidFill>
                <a:latin typeface="Noto Sans KR"/>
                <a:ea typeface="Noto Sans KR"/>
                <a:cs typeface="Noto Sans KR"/>
              </a:rPr>
              <a:t>투자자의 말이 실제 작업으로 이어지는 공간</a:t>
            </a:r>
          </a:p>
        </p:txBody>
      </p:sp>
    </p:spTree>
    <p:extLst>
      <p:ext uri="{BB962C8B-B14F-4D97-AF65-F5344CB8AC3E}">
        <p14:creationId xmlns:p14="http://schemas.microsoft.com/office/powerpoint/2010/main" val="11698076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7d55272b33a446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14-text-001">
            <a:extLst xmlns:a="http://schemas.openxmlformats.org/drawingml/2006/main">
              <a:ext uri="{FF2B5EF4-FFF2-40B4-BE49-F238E27FC236}">
                <a16:creationId xmlns:a16="http://schemas.microsoft.com/office/drawing/2014/main" id="{C24D6CFA-1762-48D9-B1A2-19FE89286075}"/>
              </a:ext>
            </a:extLst>
          </p:cNvPr>
          <p:cNvSpPr>
            <a:spLocks xmlns:a="http://schemas.openxmlformats.org/drawingml/2006/main" noGrp="1"/>
          </p:cNvSpPr>
          <p:nvPr/>
        </p:nvSpPr>
        <p:spPr>
          <a:xfrm xmlns:a="http://schemas.openxmlformats.org/drawingml/2006/main">
            <a:off x="863501" y="2463701"/>
            <a:ext cx="8140601"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E8EDF5"/>
                </a:solidFill>
                <a:latin typeface="Noto Sans KR"/>
                <a:ea typeface="Noto Sans KR"/>
                <a:cs typeface="Noto Sans KR"/>
              </a:defRPr>
            </a:pPr>
            <a:r>
              <a:rPr sz="1500" b="0" i="0">
                <a:solidFill>
                  <a:srgbClr val="E8EDF5"/>
                </a:solidFill>
                <a:latin typeface="Noto Sans KR"/>
                <a:ea typeface="Noto Sans KR"/>
                <a:cs typeface="Noto Sans KR"/>
              </a:rPr>
              <a:t>가격과 거래량 · 실제 HTS</a:t>
            </a:r>
          </a:p>
        </p:txBody>
      </p:sp>
      <p:sp>
        <p:nvSpPr>
          <p:cNvPr id="3" name="paper-14-text-002">
            <a:extLst xmlns:a="http://schemas.openxmlformats.org/drawingml/2006/main">
              <a:ext uri="{FF2B5EF4-FFF2-40B4-BE49-F238E27FC236}">
                <a16:creationId xmlns:a16="http://schemas.microsoft.com/office/drawing/2014/main" id="{8F5BCCAA-1362-4A40-8E1D-1F0131A361AC}"/>
              </a:ext>
            </a:extLst>
          </p:cNvPr>
          <p:cNvSpPr>
            <a:spLocks xmlns:a="http://schemas.openxmlformats.org/drawingml/2006/main" noGrp="1"/>
          </p:cNvSpPr>
          <p:nvPr/>
        </p:nvSpPr>
        <p:spPr>
          <a:xfrm xmlns:a="http://schemas.openxmlformats.org/drawingml/2006/main">
            <a:off x="9474101" y="2463701"/>
            <a:ext cx="8140601"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E8EDF5"/>
                </a:solidFill>
                <a:latin typeface="Noto Sans KR"/>
                <a:ea typeface="Noto Sans KR"/>
                <a:cs typeface="Noto Sans KR"/>
              </a:defRPr>
            </a:pPr>
            <a:r>
              <a:rPr sz="1500" b="0" i="0">
                <a:solidFill>
                  <a:srgbClr val="E8EDF5"/>
                </a:solidFill>
                <a:latin typeface="Noto Sans KR"/>
                <a:ea typeface="Noto Sans KR"/>
                <a:cs typeface="Noto Sans KR"/>
              </a:rPr>
              <a:t>뉴스와 공시 · 실제 브라우저</a:t>
            </a:r>
          </a:p>
        </p:txBody>
      </p:sp>
      <p:sp>
        <p:nvSpPr>
          <p:cNvPr id="4" name="paper-14-text-003">
            <a:extLst xmlns:a="http://schemas.openxmlformats.org/drawingml/2006/main">
              <a:ext uri="{FF2B5EF4-FFF2-40B4-BE49-F238E27FC236}">
                <a16:creationId xmlns:a16="http://schemas.microsoft.com/office/drawing/2014/main" id="{AB0976D6-04F9-4BCE-8874-4B24E8D7D86B}"/>
              </a:ext>
            </a:extLst>
          </p:cNvPr>
          <p:cNvSpPr>
            <a:spLocks xmlns:a="http://schemas.openxmlformats.org/drawingml/2006/main" noGrp="1"/>
          </p:cNvSpPr>
          <p:nvPr/>
        </p:nvSpPr>
        <p:spPr>
          <a:xfrm xmlns:a="http://schemas.openxmlformats.org/drawingml/2006/main">
            <a:off x="657225" y="9839325"/>
            <a:ext cx="1709928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8290A5"/>
                </a:solidFill>
                <a:latin typeface="Noto Sans KR"/>
                <a:ea typeface="Noto Sans KR"/>
                <a:cs typeface="Noto Sans KR"/>
              </a:defRPr>
            </a:pPr>
            <a:r>
              <a:rPr sz="1050" b="0" i="0">
                <a:solidFill>
                  <a:srgbClr val="8290A5"/>
                </a:solidFill>
                <a:latin typeface="Noto Sans KR"/>
                <a:ea typeface="Noto Sans KR"/>
                <a:cs typeface="Noto Sans KR"/>
              </a:rPr>
              <a:t>HTS: 사용자 제공 전체 화면 · 3배속 · 무음 / 뉴스·공시: 실제 브라우저 캡처 · 무음 · 동일 사건 근거 아님</a:t>
            </a:r>
          </a:p>
        </p:txBody>
      </p:sp>
      <p:sp>
        <p:nvSpPr>
          <p:cNvPr id="5" name="paper-14-text-004">
            <a:extLst xmlns:a="http://schemas.openxmlformats.org/drawingml/2006/main">
              <a:ext uri="{FF2B5EF4-FFF2-40B4-BE49-F238E27FC236}">
                <a16:creationId xmlns:a16="http://schemas.microsoft.com/office/drawing/2014/main" id="{BB7177DA-423C-468E-8292-9E7CAEC86A50}"/>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151820"/>
                </a:solidFill>
                <a:latin typeface="Daki M Title"/>
                <a:ea typeface="Daki M Title"/>
                <a:cs typeface="Daki M Title"/>
              </a:defRPr>
            </a:pPr>
            <a:r>
              <a:rPr sz="4650" b="0" i="0">
                <a:solidFill>
                  <a:srgbClr val="151820"/>
                </a:solidFill>
                <a:latin typeface="Daki M Title"/>
                <a:ea typeface="Daki M Title"/>
                <a:cs typeface="Daki M Title"/>
              </a:rPr>
              <a:t>차트에서 뉴스와 공시까지</a:t>
            </a:r>
          </a:p>
        </p:txBody>
      </p:sp>
      <p:sp>
        <p:nvSpPr>
          <p:cNvPr id="6" name="paper-14-text-005">
            <a:extLst xmlns:a="http://schemas.openxmlformats.org/drawingml/2006/main">
              <a:ext uri="{FF2B5EF4-FFF2-40B4-BE49-F238E27FC236}">
                <a16:creationId xmlns:a16="http://schemas.microsoft.com/office/drawing/2014/main" id="{38C36636-92E7-4849-A9AE-0E787FD23419}"/>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707988"/>
                </a:solidFill>
                <a:latin typeface="Daki L"/>
                <a:ea typeface="Daki L"/>
                <a:cs typeface="Daki L"/>
              </a:defRPr>
            </a:pPr>
            <a:r>
              <a:rPr sz="1875" b="0" i="0">
                <a:solidFill>
                  <a:srgbClr val="707988"/>
                </a:solidFill>
                <a:latin typeface="Daki L"/>
                <a:ea typeface="Daki L"/>
                <a:cs typeface="Daki L"/>
              </a:rPr>
              <a:t>시장 움직임과 그 배경을 함께 확인합니다</a:t>
            </a:r>
          </a:p>
        </p:txBody>
      </p:sp>
    </p:spTree>
    <p:extLst>
      <p:ext uri="{BB962C8B-B14F-4D97-AF65-F5344CB8AC3E}">
        <p14:creationId xmlns:p14="http://schemas.microsoft.com/office/powerpoint/2010/main" val="4841234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58dfce922f2c485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15-text-001">
            <a:extLst xmlns:a="http://schemas.openxmlformats.org/drawingml/2006/main">
              <a:ext uri="{FF2B5EF4-FFF2-40B4-BE49-F238E27FC236}">
                <a16:creationId xmlns:a16="http://schemas.microsoft.com/office/drawing/2014/main" id="{1F2CAB1C-630C-47E8-BCAE-332E77F66FC1}"/>
              </a:ext>
            </a:extLst>
          </p:cNvPr>
          <p:cNvSpPr>
            <a:spLocks xmlns:a="http://schemas.openxmlformats.org/drawingml/2006/main" noGrp="1"/>
          </p:cNvSpPr>
          <p:nvPr/>
        </p:nvSpPr>
        <p:spPr>
          <a:xfrm xmlns:a="http://schemas.openxmlformats.org/drawingml/2006/main">
            <a:off x="901601" y="2533501"/>
            <a:ext cx="383798" cy="33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7C889C"/>
                </a:solidFill>
                <a:latin typeface="Noto Sans KR"/>
                <a:ea typeface="Noto Sans KR"/>
                <a:cs typeface="Noto Sans KR"/>
              </a:defRPr>
            </a:pPr>
            <a:r>
              <a:rPr sz="1425" b="0" i="0">
                <a:solidFill>
                  <a:srgbClr val="7C889C"/>
                </a:solidFill>
                <a:latin typeface="Noto Sans KR"/>
                <a:ea typeface="Noto Sans KR"/>
                <a:cs typeface="Noto Sans KR"/>
              </a:rPr>
              <a:t>01</a:t>
            </a:r>
          </a:p>
        </p:txBody>
      </p:sp>
      <p:sp>
        <p:nvSpPr>
          <p:cNvPr id="3" name="paper-15-text-002">
            <a:extLst xmlns:a="http://schemas.openxmlformats.org/drawingml/2006/main">
              <a:ext uri="{FF2B5EF4-FFF2-40B4-BE49-F238E27FC236}">
                <a16:creationId xmlns:a16="http://schemas.microsoft.com/office/drawing/2014/main" id="{E5A3CA88-0288-4DC8-9431-CFEA7D17CB36}"/>
              </a:ext>
            </a:extLst>
          </p:cNvPr>
          <p:cNvSpPr>
            <a:spLocks xmlns:a="http://schemas.openxmlformats.org/drawingml/2006/main" noGrp="1"/>
          </p:cNvSpPr>
          <p:nvPr/>
        </p:nvSpPr>
        <p:spPr>
          <a:xfrm xmlns:a="http://schemas.openxmlformats.org/drawingml/2006/main">
            <a:off x="1245245" y="2498527"/>
            <a:ext cx="182118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26354B"/>
                </a:solidFill>
                <a:latin typeface="Noto Sans KR"/>
                <a:ea typeface="Noto Sans KR"/>
                <a:cs typeface="Noto Sans KR"/>
              </a:defRPr>
            </a:pPr>
            <a:r>
              <a:rPr sz="1800" b="0" i="0">
                <a:solidFill>
                  <a:srgbClr val="26354B"/>
                </a:solidFill>
                <a:latin typeface="Noto Sans KR"/>
                <a:ea typeface="Noto Sans KR"/>
                <a:cs typeface="Noto Sans KR"/>
              </a:rPr>
              <a:t>판단과 근거 기록</a:t>
            </a:r>
          </a:p>
        </p:txBody>
      </p:sp>
      <p:sp>
        <p:nvSpPr>
          <p:cNvPr id="4" name="paper-15-text-003">
            <a:extLst xmlns:a="http://schemas.openxmlformats.org/drawingml/2006/main">
              <a:ext uri="{FF2B5EF4-FFF2-40B4-BE49-F238E27FC236}">
                <a16:creationId xmlns:a16="http://schemas.microsoft.com/office/drawing/2014/main" id="{1074A562-225B-4256-A826-0FC9C59AC75D}"/>
              </a:ext>
            </a:extLst>
          </p:cNvPr>
          <p:cNvSpPr>
            <a:spLocks xmlns:a="http://schemas.openxmlformats.org/drawingml/2006/main" noGrp="1"/>
          </p:cNvSpPr>
          <p:nvPr/>
        </p:nvSpPr>
        <p:spPr>
          <a:xfrm xmlns:a="http://schemas.openxmlformats.org/drawingml/2006/main">
            <a:off x="7241679" y="2546152"/>
            <a:ext cx="16443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536A9A"/>
                </a:solidFill>
                <a:latin typeface="Noto Sans KR"/>
                <a:ea typeface="Noto Sans KR"/>
                <a:cs typeface="Noto Sans KR"/>
              </a:defRPr>
            </a:pPr>
            <a:r>
              <a:rPr sz="1275" b="0" i="0">
                <a:solidFill>
                  <a:srgbClr val="536A9A"/>
                </a:solidFill>
                <a:latin typeface="Noto Sans KR"/>
                <a:ea typeface="Noto Sans KR"/>
                <a:cs typeface="Noto Sans KR"/>
              </a:rPr>
              <a:t>저장한 문서 다시 열기</a:t>
            </a:r>
          </a:p>
        </p:txBody>
      </p:sp>
      <p:sp>
        <p:nvSpPr>
          <p:cNvPr id="5" name="paper-15-text-004">
            <a:extLst xmlns:a="http://schemas.openxmlformats.org/drawingml/2006/main">
              <a:ext uri="{FF2B5EF4-FFF2-40B4-BE49-F238E27FC236}">
                <a16:creationId xmlns:a16="http://schemas.microsoft.com/office/drawing/2014/main" id="{0C588EF3-EA3C-4C02-862A-8724B34C40FA}"/>
              </a:ext>
            </a:extLst>
          </p:cNvPr>
          <p:cNvSpPr>
            <a:spLocks xmlns:a="http://schemas.openxmlformats.org/drawingml/2006/main" noGrp="1"/>
          </p:cNvSpPr>
          <p:nvPr/>
        </p:nvSpPr>
        <p:spPr>
          <a:xfrm xmlns:a="http://schemas.openxmlformats.org/drawingml/2006/main">
            <a:off x="1577233" y="3463016"/>
            <a:ext cx="553736" cy="403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325" b="1" i="0">
                <a:solidFill>
                  <a:srgbClr val="FFFFFF"/>
                </a:solidFill>
                <a:latin typeface="Noto Sans KR"/>
                <a:ea typeface="Noto Sans KR"/>
                <a:cs typeface="Noto Sans KR"/>
              </a:defRPr>
            </a:pPr>
            <a:r>
              <a:rPr sz="2325" b="1" i="0">
                <a:solidFill>
                  <a:srgbClr val="FFFFFF"/>
                </a:solidFill>
                <a:latin typeface="Noto Sans KR"/>
                <a:ea typeface="Noto Sans KR"/>
                <a:cs typeface="Noto Sans KR"/>
              </a:rPr>
              <a:t>W</a:t>
            </a:r>
          </a:p>
        </p:txBody>
      </p:sp>
      <p:sp>
        <p:nvSpPr>
          <p:cNvPr id="6" name="paper-15-text-005">
            <a:extLst xmlns:a="http://schemas.openxmlformats.org/drawingml/2006/main">
              <a:ext uri="{FF2B5EF4-FFF2-40B4-BE49-F238E27FC236}">
                <a16:creationId xmlns:a16="http://schemas.microsoft.com/office/drawing/2014/main" id="{94507251-C966-402E-9E64-9935D25AA4F7}"/>
              </a:ext>
            </a:extLst>
          </p:cNvPr>
          <p:cNvSpPr>
            <a:spLocks xmlns:a="http://schemas.openxmlformats.org/drawingml/2006/main" noGrp="1"/>
          </p:cNvSpPr>
          <p:nvPr/>
        </p:nvSpPr>
        <p:spPr>
          <a:xfrm xmlns:a="http://schemas.openxmlformats.org/drawingml/2006/main">
            <a:off x="1163538" y="4111526"/>
            <a:ext cx="1381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i="0">
                <a:solidFill>
                  <a:srgbClr val="314C6C"/>
                </a:solidFill>
                <a:latin typeface="Noto Sans KR"/>
                <a:ea typeface="Noto Sans KR"/>
                <a:cs typeface="Noto Sans KR"/>
              </a:defRPr>
            </a:pPr>
            <a:r>
              <a:rPr sz="1125" b="0" i="0">
                <a:solidFill>
                  <a:srgbClr val="314C6C"/>
                </a:solidFill>
                <a:latin typeface="Noto Sans KR"/>
                <a:ea typeface="Noto Sans KR"/>
                <a:cs typeface="Noto Sans KR"/>
              </a:rPr>
              <a:t>투자 검토 노트.docx</a:t>
            </a:r>
          </a:p>
        </p:txBody>
      </p:sp>
      <p:sp>
        <p:nvSpPr>
          <p:cNvPr id="7" name="paper-15-text-006">
            <a:extLst xmlns:a="http://schemas.openxmlformats.org/drawingml/2006/main">
              <a:ext uri="{FF2B5EF4-FFF2-40B4-BE49-F238E27FC236}">
                <a16:creationId xmlns:a16="http://schemas.microsoft.com/office/drawing/2014/main" id="{31DAC0D5-7A59-4E8F-8E36-01860EB5BA1B}"/>
              </a:ext>
            </a:extLst>
          </p:cNvPr>
          <p:cNvSpPr>
            <a:spLocks xmlns:a="http://schemas.openxmlformats.org/drawingml/2006/main" noGrp="1"/>
          </p:cNvSpPr>
          <p:nvPr/>
        </p:nvSpPr>
        <p:spPr>
          <a:xfrm xmlns:a="http://schemas.openxmlformats.org/drawingml/2006/main">
            <a:off x="1117402" y="3436739"/>
            <a:ext cx="26667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i="0">
                <a:solidFill>
                  <a:srgbClr val="FFFFFF"/>
                </a:solidFill>
                <a:latin typeface="Noto Sans KR"/>
                <a:ea typeface="Noto Sans KR"/>
                <a:cs typeface="Noto Sans KR"/>
              </a:defRPr>
            </a:pPr>
            <a:r>
              <a:rPr sz="1050" b="1" i="0">
                <a:solidFill>
                  <a:srgbClr val="FFFFFF"/>
                </a:solidFill>
                <a:latin typeface="Noto Sans KR"/>
                <a:ea typeface="Noto Sans KR"/>
                <a:cs typeface="Noto Sans KR"/>
              </a:rPr>
              <a:t>W</a:t>
            </a:r>
          </a:p>
        </p:txBody>
      </p:sp>
      <p:sp>
        <p:nvSpPr>
          <p:cNvPr id="8" name="paper-15-text-007">
            <a:extLst xmlns:a="http://schemas.openxmlformats.org/drawingml/2006/main">
              <a:ext uri="{FF2B5EF4-FFF2-40B4-BE49-F238E27FC236}">
                <a16:creationId xmlns:a16="http://schemas.microsoft.com/office/drawing/2014/main" id="{37266456-7035-4354-BFF3-6E32DAAE9B69}"/>
              </a:ext>
            </a:extLst>
          </p:cNvPr>
          <p:cNvSpPr>
            <a:spLocks xmlns:a="http://schemas.openxmlformats.org/drawingml/2006/main" noGrp="1"/>
          </p:cNvSpPr>
          <p:nvPr/>
        </p:nvSpPr>
        <p:spPr>
          <a:xfrm xmlns:a="http://schemas.openxmlformats.org/drawingml/2006/main">
            <a:off x="1353592" y="3436739"/>
            <a:ext cx="129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FFFFFF"/>
                </a:solidFill>
                <a:latin typeface="Noto Sans KR"/>
                <a:ea typeface="Noto Sans KR"/>
                <a:cs typeface="Noto Sans KR"/>
              </a:defRPr>
            </a:pPr>
            <a:r>
              <a:rPr sz="1050" b="0" i="0">
                <a:solidFill>
                  <a:srgbClr val="FFFFFF"/>
                </a:solidFill>
                <a:latin typeface="Noto Sans KR"/>
                <a:ea typeface="Noto Sans KR"/>
                <a:cs typeface="Noto Sans KR"/>
              </a:rPr>
              <a:t>투자 검토 노트.docx</a:t>
            </a:r>
          </a:p>
        </p:txBody>
      </p:sp>
      <p:sp>
        <p:nvSpPr>
          <p:cNvPr id="9" name="paper-15-text-008">
            <a:extLst xmlns:a="http://schemas.openxmlformats.org/drawingml/2006/main">
              <a:ext uri="{FF2B5EF4-FFF2-40B4-BE49-F238E27FC236}">
                <a16:creationId xmlns:a16="http://schemas.microsoft.com/office/drawing/2014/main" id="{C25FFDD6-C823-431B-B851-F5FEB8664DF1}"/>
              </a:ext>
            </a:extLst>
          </p:cNvPr>
          <p:cNvSpPr>
            <a:spLocks xmlns:a="http://schemas.openxmlformats.org/drawingml/2006/main" noGrp="1"/>
          </p:cNvSpPr>
          <p:nvPr/>
        </p:nvSpPr>
        <p:spPr>
          <a:xfrm xmlns:a="http://schemas.openxmlformats.org/drawingml/2006/main">
            <a:off x="2614761" y="3455789"/>
            <a:ext cx="41109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i="0">
                <a:solidFill>
                  <a:srgbClr val="FFFFFF"/>
                </a:solidFill>
                <a:latin typeface="Noto Sans KR"/>
                <a:ea typeface="Noto Sans KR"/>
                <a:cs typeface="Noto Sans KR"/>
              </a:defRPr>
            </a:pPr>
            <a:r>
              <a:rPr sz="825" b="0" i="0">
                <a:solidFill>
                  <a:srgbClr val="FFFFFF"/>
                </a:solidFill>
                <a:latin typeface="Noto Sans KR"/>
                <a:ea typeface="Noto Sans KR"/>
                <a:cs typeface="Noto Sans KR"/>
              </a:rPr>
              <a:t>저장됨</a:t>
            </a:r>
          </a:p>
        </p:txBody>
      </p:sp>
      <p:sp>
        <p:nvSpPr>
          <p:cNvPr id="10" name="paper-15-text-009">
            <a:extLst xmlns:a="http://schemas.openxmlformats.org/drawingml/2006/main">
              <a:ext uri="{FF2B5EF4-FFF2-40B4-BE49-F238E27FC236}">
                <a16:creationId xmlns:a16="http://schemas.microsoft.com/office/drawing/2014/main" id="{94A3FC36-11C9-4E0E-8D4A-A57A516C48EC}"/>
              </a:ext>
            </a:extLst>
          </p:cNvPr>
          <p:cNvSpPr>
            <a:spLocks xmlns:a="http://schemas.openxmlformats.org/drawingml/2006/main" noGrp="1"/>
          </p:cNvSpPr>
          <p:nvPr/>
        </p:nvSpPr>
        <p:spPr>
          <a:xfrm xmlns:a="http://schemas.openxmlformats.org/drawingml/2006/main">
            <a:off x="7868692" y="3436739"/>
            <a:ext cx="79739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FFFFFF"/>
                </a:solidFill>
                <a:latin typeface="Noto Sans KR"/>
                <a:ea typeface="Noto Sans KR"/>
                <a:cs typeface="Noto Sans KR"/>
              </a:defRPr>
            </a:pPr>
            <a:r>
              <a:rPr sz="1050" b="0" i="0">
                <a:solidFill>
                  <a:srgbClr val="FFFFFF"/>
                </a:solidFill>
                <a:latin typeface="Noto Sans KR"/>
                <a:ea typeface="Noto Sans KR"/>
                <a:cs typeface="Noto Sans KR"/>
              </a:rPr>
              <a:t>—　□　×</a:t>
            </a:r>
          </a:p>
        </p:txBody>
      </p:sp>
      <p:sp>
        <p:nvSpPr>
          <p:cNvPr id="11" name="paper-15-text-010">
            <a:extLst xmlns:a="http://schemas.openxmlformats.org/drawingml/2006/main">
              <a:ext uri="{FF2B5EF4-FFF2-40B4-BE49-F238E27FC236}">
                <a16:creationId xmlns:a16="http://schemas.microsoft.com/office/drawing/2014/main" id="{16678FA4-6FD2-4A32-A54A-33C612238F02}"/>
              </a:ext>
            </a:extLst>
          </p:cNvPr>
          <p:cNvSpPr>
            <a:spLocks xmlns:a="http://schemas.openxmlformats.org/drawingml/2006/main" noGrp="1"/>
          </p:cNvSpPr>
          <p:nvPr/>
        </p:nvSpPr>
        <p:spPr>
          <a:xfrm xmlns:a="http://schemas.openxmlformats.org/drawingml/2006/main">
            <a:off x="1145977" y="3765352"/>
            <a:ext cx="74764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i="0">
                <a:solidFill>
                  <a:srgbClr val="304258"/>
                </a:solidFill>
                <a:latin typeface="Noto Sans KR"/>
                <a:ea typeface="Noto Sans KR"/>
                <a:cs typeface="Noto Sans KR"/>
              </a:defRPr>
            </a:pPr>
            <a:r>
              <a:rPr sz="900" b="0" i="0">
                <a:solidFill>
                  <a:srgbClr val="304258"/>
                </a:solidFill>
                <a:latin typeface="Noto Sans KR"/>
                <a:ea typeface="Noto Sans KR"/>
                <a:cs typeface="Noto Sans KR"/>
              </a:rPr>
              <a:t>파일　 홈　 삽입　 레이아웃　 검토　 보기</a:t>
            </a:r>
          </a:p>
        </p:txBody>
      </p:sp>
      <p:sp>
        <p:nvSpPr>
          <p:cNvPr id="12" name="paper-15-text-011">
            <a:extLst xmlns:a="http://schemas.openxmlformats.org/drawingml/2006/main">
              <a:ext uri="{FF2B5EF4-FFF2-40B4-BE49-F238E27FC236}">
                <a16:creationId xmlns:a16="http://schemas.microsoft.com/office/drawing/2014/main" id="{40FE494B-A3DE-49ED-A3E0-698F6E254D71}"/>
              </a:ext>
            </a:extLst>
          </p:cNvPr>
          <p:cNvSpPr>
            <a:spLocks xmlns:a="http://schemas.openxmlformats.org/drawingml/2006/main" noGrp="1"/>
          </p:cNvSpPr>
          <p:nvPr/>
        </p:nvSpPr>
        <p:spPr>
          <a:xfrm xmlns:a="http://schemas.openxmlformats.org/drawingml/2006/main">
            <a:off x="1193602" y="4079677"/>
            <a:ext cx="1230660" cy="26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i="0">
                <a:solidFill>
                  <a:srgbClr val="192031"/>
                </a:solidFill>
                <a:latin typeface="Noto Sans KR"/>
                <a:ea typeface="Noto Sans KR"/>
                <a:cs typeface="Noto Sans KR"/>
              </a:defRPr>
            </a:pPr>
            <a:r>
              <a:rPr sz="975" b="0" i="0">
                <a:solidFill>
                  <a:srgbClr val="192031"/>
                </a:solidFill>
                <a:latin typeface="Noto Sans KR"/>
                <a:ea typeface="Noto Sans KR"/>
                <a:cs typeface="Noto Sans KR"/>
              </a:rPr>
              <a:t>맑은 고딕　 11　 │</a:t>
            </a:r>
          </a:p>
        </p:txBody>
      </p:sp>
      <p:sp>
        <p:nvSpPr>
          <p:cNvPr id="13" name="paper-15-text-012">
            <a:extLst xmlns:a="http://schemas.openxmlformats.org/drawingml/2006/main">
              <a:ext uri="{FF2B5EF4-FFF2-40B4-BE49-F238E27FC236}">
                <a16:creationId xmlns:a16="http://schemas.microsoft.com/office/drawing/2014/main" id="{3B3D32BE-E482-4781-86EF-CAE3BCC0C692}"/>
              </a:ext>
            </a:extLst>
          </p:cNvPr>
          <p:cNvSpPr>
            <a:spLocks xmlns:a="http://schemas.openxmlformats.org/drawingml/2006/main" noGrp="1"/>
          </p:cNvSpPr>
          <p:nvPr/>
        </p:nvSpPr>
        <p:spPr>
          <a:xfrm xmlns:a="http://schemas.openxmlformats.org/drawingml/2006/main">
            <a:off x="2420689" y="4079677"/>
            <a:ext cx="22139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1" i="0">
                <a:solidFill>
                  <a:srgbClr val="192031"/>
                </a:solidFill>
                <a:latin typeface="Noto Sans KR"/>
                <a:ea typeface="Noto Sans KR"/>
                <a:cs typeface="Noto Sans KR"/>
              </a:defRPr>
            </a:pPr>
            <a:r>
              <a:rPr sz="975" b="1" i="0">
                <a:solidFill>
                  <a:srgbClr val="192031"/>
                </a:solidFill>
                <a:latin typeface="Noto Sans KR"/>
                <a:ea typeface="Noto Sans KR"/>
                <a:cs typeface="Noto Sans KR"/>
              </a:rPr>
              <a:t>B</a:t>
            </a:r>
          </a:p>
        </p:txBody>
      </p:sp>
      <p:sp>
        <p:nvSpPr>
          <p:cNvPr id="14" name="paper-15-text-013">
            <a:extLst xmlns:a="http://schemas.openxmlformats.org/drawingml/2006/main">
              <a:ext uri="{FF2B5EF4-FFF2-40B4-BE49-F238E27FC236}">
                <a16:creationId xmlns:a16="http://schemas.microsoft.com/office/drawing/2014/main" id="{66D645AD-84BE-4F80-8B6A-6E7F256E16D7}"/>
              </a:ext>
            </a:extLst>
          </p:cNvPr>
          <p:cNvSpPr>
            <a:spLocks xmlns:a="http://schemas.openxmlformats.org/drawingml/2006/main" noGrp="1"/>
          </p:cNvSpPr>
          <p:nvPr/>
        </p:nvSpPr>
        <p:spPr>
          <a:xfrm xmlns:a="http://schemas.openxmlformats.org/drawingml/2006/main">
            <a:off x="2663577" y="4079677"/>
            <a:ext cx="1733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192031"/>
                </a:solidFill>
                <a:latin typeface="Noto Sans KR"/>
                <a:ea typeface="Noto Sans KR"/>
                <a:cs typeface="Noto Sans KR"/>
              </a:defRPr>
            </a:pPr>
            <a:r>
              <a:rPr sz="975" b="0" i="0">
                <a:solidFill>
                  <a:srgbClr val="192031"/>
                </a:solidFill>
                <a:latin typeface="Noto Sans KR"/>
                <a:ea typeface="Noto Sans KR"/>
                <a:cs typeface="Noto Sans KR"/>
              </a:rPr>
              <a:t>I</a:t>
            </a:r>
          </a:p>
        </p:txBody>
      </p:sp>
      <p:sp>
        <p:nvSpPr>
          <p:cNvPr id="15" name="paper-15-text-014">
            <a:extLst xmlns:a="http://schemas.openxmlformats.org/drawingml/2006/main">
              <a:ext uri="{FF2B5EF4-FFF2-40B4-BE49-F238E27FC236}">
                <a16:creationId xmlns:a16="http://schemas.microsoft.com/office/drawing/2014/main" id="{BB656255-FEF6-4F79-ACDE-AA066E77D81D}"/>
              </a:ext>
            </a:extLst>
          </p:cNvPr>
          <p:cNvSpPr>
            <a:spLocks xmlns:a="http://schemas.openxmlformats.org/drawingml/2006/main" noGrp="1"/>
          </p:cNvSpPr>
          <p:nvPr/>
        </p:nvSpPr>
        <p:spPr>
          <a:xfrm xmlns:a="http://schemas.openxmlformats.org/drawingml/2006/main">
            <a:off x="2699891" y="4079677"/>
            <a:ext cx="1120229" cy="26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i="0">
                <a:solidFill>
                  <a:srgbClr val="192031"/>
                </a:solidFill>
                <a:latin typeface="Noto Sans KR"/>
                <a:ea typeface="Noto Sans KR"/>
                <a:cs typeface="Noto Sans KR"/>
              </a:defRPr>
            </a:pPr>
            <a:r>
              <a:rPr sz="975" b="0" i="0">
                <a:solidFill>
                  <a:srgbClr val="192031"/>
                </a:solidFill>
                <a:latin typeface="Noto Sans KR"/>
                <a:ea typeface="Noto Sans KR"/>
                <a:cs typeface="Noto Sans KR"/>
              </a:rPr>
              <a:t>U　 │　 ≡　 ☷</a:t>
            </a:r>
          </a:p>
        </p:txBody>
      </p:sp>
      <p:sp>
        <p:nvSpPr>
          <p:cNvPr id="16" name="paper-15-text-015">
            <a:extLst xmlns:a="http://schemas.openxmlformats.org/drawingml/2006/main">
              <a:ext uri="{FF2B5EF4-FFF2-40B4-BE49-F238E27FC236}">
                <a16:creationId xmlns:a16="http://schemas.microsoft.com/office/drawing/2014/main" id="{FFACF3C0-0904-4CF7-A878-25018AA4138C}"/>
              </a:ext>
            </a:extLst>
          </p:cNvPr>
          <p:cNvSpPr>
            <a:spLocks xmlns:a="http://schemas.openxmlformats.org/drawingml/2006/main" noGrp="1"/>
          </p:cNvSpPr>
          <p:nvPr/>
        </p:nvSpPr>
        <p:spPr>
          <a:xfrm xmlns:a="http://schemas.openxmlformats.org/drawingml/2006/main">
            <a:off x="2099816" y="4736902"/>
            <a:ext cx="5598944" cy="26291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63446"/>
                </a:solidFill>
                <a:latin typeface="Noto Sans KR"/>
                <a:ea typeface="Noto Sans KR"/>
                <a:cs typeface="Noto Sans KR"/>
              </a:defRPr>
            </a:pPr>
            <a:r>
              <a:rPr sz="1200" b="0" i="0">
                <a:solidFill>
                  <a:srgbClr val="263446"/>
                </a:solidFill>
                <a:latin typeface="Noto Sans KR"/>
                <a:ea typeface="Noto Sans KR"/>
                <a:cs typeface="Noto Sans KR"/>
              </a:rPr>
              <a:t>투자 검토 노트</a:t>
            </a:r>
          </a:p>
          <a:p xmlns:a="http://schemas.openxmlformats.org/drawingml/2006/main">
            <a:r>
              <a:t/>
            </a:r>
          </a:p>
          <a:p xmlns:a="http://schemas.openxmlformats.org/drawingml/2006/main">
            <a:pPr algn="l">
              <a:defRPr sz="1200" b="0" i="0">
                <a:solidFill>
                  <a:srgbClr val="263446"/>
                </a:solidFill>
                <a:latin typeface="Noto Sans KR"/>
                <a:ea typeface="Noto Sans KR"/>
                <a:cs typeface="Noto Sans KR"/>
              </a:defRPr>
            </a:pPr>
            <a:r>
              <a:rPr sz="1200" b="0" i="0">
                <a:solidFill>
                  <a:srgbClr val="263446"/>
                </a:solidFill>
                <a:latin typeface="Noto Sans KR"/>
                <a:ea typeface="Noto Sans KR"/>
                <a:cs typeface="Noto Sans KR"/>
              </a:rPr>
              <a:t>관찰 대상: 가상 종목 DEMO-A</a:t>
            </a:r>
          </a:p>
          <a:p xmlns:a="http://schemas.openxmlformats.org/drawingml/2006/main">
            <a:r>
              <a:t/>
            </a:r>
          </a:p>
          <a:p xmlns:a="http://schemas.openxmlformats.org/drawingml/2006/main">
            <a:pPr algn="l">
              <a:defRPr sz="1200" b="0" i="0">
                <a:solidFill>
                  <a:srgbClr val="263446"/>
                </a:solidFill>
                <a:latin typeface="Noto Sans KR"/>
                <a:ea typeface="Noto Sans KR"/>
                <a:cs typeface="Noto Sans KR"/>
              </a:defRPr>
            </a:pPr>
            <a:r>
              <a:rPr sz="1200" b="0" i="0">
                <a:solidFill>
                  <a:srgbClr val="263446"/>
                </a:solidFill>
                <a:latin typeface="Noto Sans KR"/>
                <a:ea typeface="Noto Sans KR"/>
                <a:cs typeface="Noto Sans KR"/>
              </a:rPr>
              <a:t>판단 근거</a:t>
            </a:r>
          </a:p>
          <a:p xmlns:a="http://schemas.openxmlformats.org/drawingml/2006/main">
            <a:pPr algn="l">
              <a:defRPr sz="1200" b="0" i="0">
                <a:solidFill>
                  <a:srgbClr val="263446"/>
                </a:solidFill>
                <a:latin typeface="Noto Sans KR"/>
                <a:ea typeface="Noto Sans KR"/>
                <a:cs typeface="Noto Sans KR"/>
              </a:defRPr>
            </a:pPr>
            <a:r>
              <a:rPr sz="1200" b="0" i="0">
                <a:solidFill>
                  <a:srgbClr val="263446"/>
                </a:solidFill>
                <a:latin typeface="Noto Sans KR"/>
                <a:ea typeface="Noto Sans KR"/>
                <a:cs typeface="Noto Sans KR"/>
              </a:rPr>
              <a:t>가격 회복과 거래량 변화를 함께 확인한다.</a:t>
            </a:r>
          </a:p>
          <a:p xmlns:a="http://schemas.openxmlformats.org/drawingml/2006/main">
            <a:pPr algn="l">
              <a:defRPr sz="1200" b="0" i="0">
                <a:solidFill>
                  <a:srgbClr val="263446"/>
                </a:solidFill>
                <a:latin typeface="Noto Sans KR"/>
                <a:ea typeface="Noto Sans KR"/>
                <a:cs typeface="Noto Sans KR"/>
              </a:defRPr>
            </a:pPr>
            <a:r>
              <a:rPr sz="1200" b="0" i="0">
                <a:solidFill>
                  <a:srgbClr val="263446"/>
                </a:solidFill>
                <a:latin typeface="Noto Sans KR"/>
                <a:ea typeface="Noto Sans KR"/>
                <a:cs typeface="Noto Sans KR"/>
              </a:rPr>
              <a:t>뉴스와 공시에서 변화의 배경을 찾아 기록한다.</a:t>
            </a:r>
          </a:p>
          <a:p xmlns:a="http://schemas.openxmlformats.org/drawingml/2006/main">
            <a:r>
              <a:t/>
            </a:r>
          </a:p>
          <a:p xmlns:a="http://schemas.openxmlformats.org/drawingml/2006/main">
            <a:pPr algn="l">
              <a:defRPr sz="1200" b="0" i="0">
                <a:solidFill>
                  <a:srgbClr val="263446"/>
                </a:solidFill>
                <a:latin typeface="Noto Sans KR"/>
                <a:ea typeface="Noto Sans KR"/>
                <a:cs typeface="Noto Sans KR"/>
              </a:defRPr>
            </a:pPr>
            <a:r>
              <a:rPr sz="1200" b="0" i="0">
                <a:solidFill>
                  <a:srgbClr val="263446"/>
                </a:solidFill>
                <a:latin typeface="Noto Sans KR"/>
                <a:ea typeface="Noto Sans KR"/>
                <a:cs typeface="Noto Sans KR"/>
              </a:rPr>
              <a:t>다음에 확인할 조건</a:t>
            </a:r>
          </a:p>
          <a:p xmlns:a="http://schemas.openxmlformats.org/drawingml/2006/main">
            <a:pPr algn="l">
              <a:defRPr sz="1200" b="0" i="0">
                <a:solidFill>
                  <a:srgbClr val="263446"/>
                </a:solidFill>
                <a:latin typeface="Noto Sans KR"/>
                <a:ea typeface="Noto Sans KR"/>
                <a:cs typeface="Noto Sans KR"/>
              </a:defRPr>
            </a:pPr>
            <a:r>
              <a:rPr sz="1200" b="0" i="0">
                <a:solidFill>
                  <a:srgbClr val="263446"/>
                </a:solidFill>
                <a:latin typeface="Noto Sans KR"/>
                <a:ea typeface="Noto Sans KR"/>
                <a:cs typeface="Noto Sans KR"/>
              </a:rPr>
              <a:t>관심 가격에 도달하면 근거를 다시 살펴본다.</a:t>
            </a:r>
          </a:p>
        </p:txBody>
      </p:sp>
      <p:sp>
        <p:nvSpPr>
          <p:cNvPr id="17" name="paper-15-text-016">
            <a:extLst xmlns:a="http://schemas.openxmlformats.org/drawingml/2006/main">
              <a:ext uri="{FF2B5EF4-FFF2-40B4-BE49-F238E27FC236}">
                <a16:creationId xmlns:a16="http://schemas.microsoft.com/office/drawing/2014/main" id="{4E0AB958-40B1-4282-A0C8-028B71FF2E60}"/>
              </a:ext>
            </a:extLst>
          </p:cNvPr>
          <p:cNvSpPr>
            <a:spLocks xmlns:a="http://schemas.openxmlformats.org/drawingml/2006/main" noGrp="1"/>
          </p:cNvSpPr>
          <p:nvPr/>
        </p:nvSpPr>
        <p:spPr>
          <a:xfrm xmlns:a="http://schemas.openxmlformats.org/drawingml/2006/main">
            <a:off x="1117402" y="8067526"/>
            <a:ext cx="57283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607087"/>
                </a:solidFill>
                <a:latin typeface="Noto Sans KR"/>
                <a:ea typeface="Noto Sans KR"/>
                <a:cs typeface="Noto Sans KR"/>
              </a:defRPr>
            </a:pPr>
            <a:r>
              <a:rPr sz="825" b="0" i="0">
                <a:solidFill>
                  <a:srgbClr val="607087"/>
                </a:solidFill>
                <a:latin typeface="Noto Sans KR"/>
                <a:ea typeface="Noto Sans KR"/>
                <a:cs typeface="Noto Sans KR"/>
              </a:rPr>
              <a:t>페이지 1 / 1</a:t>
            </a:r>
          </a:p>
        </p:txBody>
      </p:sp>
      <p:sp>
        <p:nvSpPr>
          <p:cNvPr id="18" name="paper-15-text-017">
            <a:extLst xmlns:a="http://schemas.openxmlformats.org/drawingml/2006/main">
              <a:ext uri="{FF2B5EF4-FFF2-40B4-BE49-F238E27FC236}">
                <a16:creationId xmlns:a16="http://schemas.microsoft.com/office/drawing/2014/main" id="{90AABB9D-B6BE-482B-8BD9-4BCB5D9C53EF}"/>
              </a:ext>
            </a:extLst>
          </p:cNvPr>
          <p:cNvSpPr>
            <a:spLocks xmlns:a="http://schemas.openxmlformats.org/drawingml/2006/main" noGrp="1"/>
          </p:cNvSpPr>
          <p:nvPr/>
        </p:nvSpPr>
        <p:spPr>
          <a:xfrm xmlns:a="http://schemas.openxmlformats.org/drawingml/2006/main">
            <a:off x="7751713" y="8067526"/>
            <a:ext cx="89151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i="0">
                <a:solidFill>
                  <a:srgbClr val="607087"/>
                </a:solidFill>
                <a:latin typeface="Noto Sans KR"/>
                <a:ea typeface="Noto Sans KR"/>
                <a:cs typeface="Noto Sans KR"/>
              </a:defRPr>
            </a:pPr>
            <a:r>
              <a:rPr sz="825" b="0" i="0">
                <a:solidFill>
                  <a:srgbClr val="607087"/>
                </a:solidFill>
                <a:latin typeface="Noto Sans KR"/>
                <a:ea typeface="Noto Sans KR"/>
                <a:cs typeface="Noto Sans KR"/>
              </a:rPr>
              <a:t>한국어　　100%</a:t>
            </a:r>
          </a:p>
        </p:txBody>
      </p:sp>
      <p:sp>
        <p:nvSpPr>
          <p:cNvPr id="19" name="paper-15-text-018">
            <a:extLst xmlns:a="http://schemas.openxmlformats.org/drawingml/2006/main">
              <a:ext uri="{FF2B5EF4-FFF2-40B4-BE49-F238E27FC236}">
                <a16:creationId xmlns:a16="http://schemas.microsoft.com/office/drawing/2014/main" id="{B853373D-C721-4302-A593-30A703648319}"/>
              </a:ext>
            </a:extLst>
          </p:cNvPr>
          <p:cNvSpPr>
            <a:spLocks xmlns:a="http://schemas.openxmlformats.org/drawingml/2006/main" noGrp="1"/>
          </p:cNvSpPr>
          <p:nvPr/>
        </p:nvSpPr>
        <p:spPr>
          <a:xfrm xmlns:a="http://schemas.openxmlformats.org/drawingml/2006/main">
            <a:off x="4286101" y="8407301"/>
            <a:ext cx="581025" cy="29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i="0">
                <a:solidFill>
                  <a:srgbClr val="42629B"/>
                </a:solidFill>
                <a:latin typeface="Noto Sans KR"/>
                <a:ea typeface="Noto Sans KR"/>
                <a:cs typeface="Noto Sans KR"/>
              </a:defRPr>
            </a:pPr>
            <a:r>
              <a:rPr sz="1200" b="0" i="0">
                <a:solidFill>
                  <a:srgbClr val="42629B"/>
                </a:solidFill>
                <a:latin typeface="Noto Sans KR"/>
                <a:ea typeface="Noto Sans KR"/>
                <a:cs typeface="Noto Sans KR"/>
              </a:rPr>
              <a:t>⊞　⌕</a:t>
            </a:r>
          </a:p>
        </p:txBody>
      </p:sp>
      <p:sp>
        <p:nvSpPr>
          <p:cNvPr id="20" name="paper-15-text-019">
            <a:extLst xmlns:a="http://schemas.openxmlformats.org/drawingml/2006/main">
              <a:ext uri="{FF2B5EF4-FFF2-40B4-BE49-F238E27FC236}">
                <a16:creationId xmlns:a16="http://schemas.microsoft.com/office/drawing/2014/main" id="{8CA5C0A3-245C-47BD-BE4A-F185CC0F63AB}"/>
              </a:ext>
            </a:extLst>
          </p:cNvPr>
          <p:cNvSpPr>
            <a:spLocks xmlns:a="http://schemas.openxmlformats.org/drawingml/2006/main" noGrp="1"/>
          </p:cNvSpPr>
          <p:nvPr/>
        </p:nvSpPr>
        <p:spPr>
          <a:xfrm xmlns:a="http://schemas.openxmlformats.org/drawingml/2006/main">
            <a:off x="4809440" y="8407301"/>
            <a:ext cx="29947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i="0">
                <a:solidFill>
                  <a:srgbClr val="42629B"/>
                </a:solidFill>
                <a:latin typeface="Noto Sans KR"/>
                <a:ea typeface="Noto Sans KR"/>
                <a:cs typeface="Noto Sans KR"/>
              </a:defRPr>
            </a:pPr>
            <a:r>
              <a:rPr sz="1200" b="1" i="0">
                <a:solidFill>
                  <a:srgbClr val="42629B"/>
                </a:solidFill>
                <a:latin typeface="Noto Sans KR"/>
                <a:ea typeface="Noto Sans KR"/>
                <a:cs typeface="Noto Sans KR"/>
              </a:rPr>
              <a:t>W</a:t>
            </a:r>
          </a:p>
        </p:txBody>
      </p:sp>
      <p:sp>
        <p:nvSpPr>
          <p:cNvPr id="21" name="paper-15-text-020">
            <a:extLst xmlns:a="http://schemas.openxmlformats.org/drawingml/2006/main">
              <a:ext uri="{FF2B5EF4-FFF2-40B4-BE49-F238E27FC236}">
                <a16:creationId xmlns:a16="http://schemas.microsoft.com/office/drawing/2014/main" id="{43AD3ACF-9AB7-43B2-BDD3-8FE6F7CC4C5A}"/>
              </a:ext>
            </a:extLst>
          </p:cNvPr>
          <p:cNvSpPr>
            <a:spLocks xmlns:a="http://schemas.openxmlformats.org/drawingml/2006/main" noGrp="1"/>
          </p:cNvSpPr>
          <p:nvPr/>
        </p:nvSpPr>
        <p:spPr>
          <a:xfrm xmlns:a="http://schemas.openxmlformats.org/drawingml/2006/main">
            <a:off x="5009852" y="8407301"/>
            <a:ext cx="342900" cy="29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i="0">
                <a:solidFill>
                  <a:srgbClr val="42629B"/>
                </a:solidFill>
                <a:latin typeface="Noto Sans KR"/>
                <a:ea typeface="Noto Sans KR"/>
                <a:cs typeface="Noto Sans KR"/>
              </a:defRPr>
            </a:pPr>
            <a:r>
              <a:rPr sz="1200" b="0" i="0">
                <a:solidFill>
                  <a:srgbClr val="42629B"/>
                </a:solidFill>
                <a:latin typeface="Noto Sans KR"/>
                <a:ea typeface="Noto Sans KR"/>
                <a:cs typeface="Noto Sans KR"/>
              </a:rPr>
              <a:t>▣</a:t>
            </a:r>
          </a:p>
        </p:txBody>
      </p:sp>
      <p:sp>
        <p:nvSpPr>
          <p:cNvPr id="22" name="paper-15-text-021">
            <a:extLst xmlns:a="http://schemas.openxmlformats.org/drawingml/2006/main">
              <a:ext uri="{FF2B5EF4-FFF2-40B4-BE49-F238E27FC236}">
                <a16:creationId xmlns:a16="http://schemas.microsoft.com/office/drawing/2014/main" id="{DD341D5B-7BB2-473E-8CFE-D639AF0AA65A}"/>
              </a:ext>
            </a:extLst>
          </p:cNvPr>
          <p:cNvSpPr>
            <a:spLocks xmlns:a="http://schemas.openxmlformats.org/drawingml/2006/main" noGrp="1"/>
          </p:cNvSpPr>
          <p:nvPr/>
        </p:nvSpPr>
        <p:spPr>
          <a:xfrm xmlns:a="http://schemas.openxmlformats.org/drawingml/2006/main">
            <a:off x="3111401" y="8840688"/>
            <a:ext cx="35361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36580"/>
                </a:solidFill>
                <a:latin typeface="Noto Sans KR"/>
                <a:ea typeface="Noto Sans KR"/>
                <a:cs typeface="Noto Sans KR"/>
              </a:defRPr>
            </a:pPr>
            <a:r>
              <a:rPr sz="1350" b="0" i="0">
                <a:solidFill>
                  <a:srgbClr val="536580"/>
                </a:solidFill>
                <a:latin typeface="Noto Sans KR"/>
                <a:ea typeface="Noto Sans KR"/>
                <a:cs typeface="Noto Sans KR"/>
              </a:rPr>
              <a:t>열기</a:t>
            </a:r>
          </a:p>
        </p:txBody>
      </p:sp>
      <p:sp>
        <p:nvSpPr>
          <p:cNvPr id="23" name="paper-15-text-022">
            <a:extLst xmlns:a="http://schemas.openxmlformats.org/drawingml/2006/main">
              <a:ext uri="{FF2B5EF4-FFF2-40B4-BE49-F238E27FC236}">
                <a16:creationId xmlns:a16="http://schemas.microsoft.com/office/drawing/2014/main" id="{E73D7D56-8A59-4CF1-B1FB-4B4DE2766B4F}"/>
              </a:ext>
            </a:extLst>
          </p:cNvPr>
          <p:cNvSpPr>
            <a:spLocks xmlns:a="http://schemas.openxmlformats.org/drawingml/2006/main" noGrp="1"/>
          </p:cNvSpPr>
          <p:nvPr/>
        </p:nvSpPr>
        <p:spPr>
          <a:xfrm xmlns:a="http://schemas.openxmlformats.org/drawingml/2006/main">
            <a:off x="3636466" y="8840688"/>
            <a:ext cx="34671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A2AEC0"/>
                </a:solidFill>
                <a:latin typeface="Noto Sans KR"/>
                <a:ea typeface="Noto Sans KR"/>
                <a:cs typeface="Noto Sans KR"/>
              </a:defRPr>
            </a:pPr>
            <a:r>
              <a:rPr sz="1350" b="0" i="0">
                <a:solidFill>
                  <a:srgbClr val="A2AEC0"/>
                </a:solidFill>
                <a:latin typeface="Noto Sans KR"/>
                <a:ea typeface="Noto Sans KR"/>
                <a:cs typeface="Noto Sans KR"/>
              </a:rPr>
              <a:t>→</a:t>
            </a:r>
          </a:p>
        </p:txBody>
      </p:sp>
      <p:sp>
        <p:nvSpPr>
          <p:cNvPr id="24" name="paper-15-text-023">
            <a:extLst xmlns:a="http://schemas.openxmlformats.org/drawingml/2006/main">
              <a:ext uri="{FF2B5EF4-FFF2-40B4-BE49-F238E27FC236}">
                <a16:creationId xmlns:a16="http://schemas.microsoft.com/office/drawing/2014/main" id="{01D5FBA9-4066-4770-B9DE-0135AE4070DD}"/>
              </a:ext>
            </a:extLst>
          </p:cNvPr>
          <p:cNvSpPr>
            <a:spLocks xmlns:a="http://schemas.openxmlformats.org/drawingml/2006/main" noGrp="1"/>
          </p:cNvSpPr>
          <p:nvPr/>
        </p:nvSpPr>
        <p:spPr>
          <a:xfrm xmlns:a="http://schemas.openxmlformats.org/drawingml/2006/main">
            <a:off x="4017466" y="8840688"/>
            <a:ext cx="35361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36580"/>
                </a:solidFill>
                <a:latin typeface="Noto Sans KR"/>
                <a:ea typeface="Noto Sans KR"/>
                <a:cs typeface="Noto Sans KR"/>
              </a:defRPr>
            </a:pPr>
            <a:r>
              <a:rPr sz="1350" b="0" i="0">
                <a:solidFill>
                  <a:srgbClr val="536580"/>
                </a:solidFill>
                <a:latin typeface="Noto Sans KR"/>
                <a:ea typeface="Noto Sans KR"/>
                <a:cs typeface="Noto Sans KR"/>
              </a:rPr>
              <a:t>입력</a:t>
            </a:r>
          </a:p>
        </p:txBody>
      </p:sp>
      <p:sp>
        <p:nvSpPr>
          <p:cNvPr id="25" name="paper-15-text-024">
            <a:extLst xmlns:a="http://schemas.openxmlformats.org/drawingml/2006/main">
              <a:ext uri="{FF2B5EF4-FFF2-40B4-BE49-F238E27FC236}">
                <a16:creationId xmlns:a16="http://schemas.microsoft.com/office/drawing/2014/main" id="{3A79C075-7617-4FB6-A507-B2865383C5E7}"/>
              </a:ext>
            </a:extLst>
          </p:cNvPr>
          <p:cNvSpPr>
            <a:spLocks xmlns:a="http://schemas.openxmlformats.org/drawingml/2006/main" noGrp="1"/>
          </p:cNvSpPr>
          <p:nvPr/>
        </p:nvSpPr>
        <p:spPr>
          <a:xfrm xmlns:a="http://schemas.openxmlformats.org/drawingml/2006/main">
            <a:off x="4542532" y="8840688"/>
            <a:ext cx="34671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A2AEC0"/>
                </a:solidFill>
                <a:latin typeface="Noto Sans KR"/>
                <a:ea typeface="Noto Sans KR"/>
                <a:cs typeface="Noto Sans KR"/>
              </a:defRPr>
            </a:pPr>
            <a:r>
              <a:rPr sz="1350" b="0" i="0">
                <a:solidFill>
                  <a:srgbClr val="A2AEC0"/>
                </a:solidFill>
                <a:latin typeface="Noto Sans KR"/>
                <a:ea typeface="Noto Sans KR"/>
                <a:cs typeface="Noto Sans KR"/>
              </a:rPr>
              <a:t>→</a:t>
            </a:r>
          </a:p>
        </p:txBody>
      </p:sp>
      <p:sp>
        <p:nvSpPr>
          <p:cNvPr id="26" name="paper-15-text-025">
            <a:extLst xmlns:a="http://schemas.openxmlformats.org/drawingml/2006/main">
              <a:ext uri="{FF2B5EF4-FFF2-40B4-BE49-F238E27FC236}">
                <a16:creationId xmlns:a16="http://schemas.microsoft.com/office/drawing/2014/main" id="{D66F5DE0-A914-4F1C-8D24-8EABEC59BDC5}"/>
              </a:ext>
            </a:extLst>
          </p:cNvPr>
          <p:cNvSpPr>
            <a:spLocks xmlns:a="http://schemas.openxmlformats.org/drawingml/2006/main" noGrp="1"/>
          </p:cNvSpPr>
          <p:nvPr/>
        </p:nvSpPr>
        <p:spPr>
          <a:xfrm xmlns:a="http://schemas.openxmlformats.org/drawingml/2006/main">
            <a:off x="4923532" y="8840688"/>
            <a:ext cx="35361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36580"/>
                </a:solidFill>
                <a:latin typeface="Noto Sans KR"/>
                <a:ea typeface="Noto Sans KR"/>
                <a:cs typeface="Noto Sans KR"/>
              </a:defRPr>
            </a:pPr>
            <a:r>
              <a:rPr sz="1350" b="0" i="0">
                <a:solidFill>
                  <a:srgbClr val="536580"/>
                </a:solidFill>
                <a:latin typeface="Noto Sans KR"/>
                <a:ea typeface="Noto Sans KR"/>
                <a:cs typeface="Noto Sans KR"/>
              </a:rPr>
              <a:t>저장</a:t>
            </a:r>
          </a:p>
        </p:txBody>
      </p:sp>
      <p:sp>
        <p:nvSpPr>
          <p:cNvPr id="27" name="paper-15-text-026">
            <a:extLst xmlns:a="http://schemas.openxmlformats.org/drawingml/2006/main">
              <a:ext uri="{FF2B5EF4-FFF2-40B4-BE49-F238E27FC236}">
                <a16:creationId xmlns:a16="http://schemas.microsoft.com/office/drawing/2014/main" id="{D71CEC52-7849-42D3-8D70-94AA7B40F5D7}"/>
              </a:ext>
            </a:extLst>
          </p:cNvPr>
          <p:cNvSpPr>
            <a:spLocks xmlns:a="http://schemas.openxmlformats.org/drawingml/2006/main" noGrp="1"/>
          </p:cNvSpPr>
          <p:nvPr/>
        </p:nvSpPr>
        <p:spPr>
          <a:xfrm xmlns:a="http://schemas.openxmlformats.org/drawingml/2006/main">
            <a:off x="5448598" y="8840688"/>
            <a:ext cx="34671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A2AEC0"/>
                </a:solidFill>
                <a:latin typeface="Noto Sans KR"/>
                <a:ea typeface="Noto Sans KR"/>
                <a:cs typeface="Noto Sans KR"/>
              </a:defRPr>
            </a:pPr>
            <a:r>
              <a:rPr sz="1350" b="0" i="0">
                <a:solidFill>
                  <a:srgbClr val="A2AEC0"/>
                </a:solidFill>
                <a:latin typeface="Noto Sans KR"/>
                <a:ea typeface="Noto Sans KR"/>
                <a:cs typeface="Noto Sans KR"/>
              </a:rPr>
              <a:t>→</a:t>
            </a:r>
          </a:p>
        </p:txBody>
      </p:sp>
      <p:sp>
        <p:nvSpPr>
          <p:cNvPr id="28" name="paper-15-text-027">
            <a:extLst xmlns:a="http://schemas.openxmlformats.org/drawingml/2006/main">
              <a:ext uri="{FF2B5EF4-FFF2-40B4-BE49-F238E27FC236}">
                <a16:creationId xmlns:a16="http://schemas.microsoft.com/office/drawing/2014/main" id="{25528FD7-F378-4FF6-A5C8-F6B5AD717327}"/>
              </a:ext>
            </a:extLst>
          </p:cNvPr>
          <p:cNvSpPr>
            <a:spLocks xmlns:a="http://schemas.openxmlformats.org/drawingml/2006/main" noGrp="1"/>
          </p:cNvSpPr>
          <p:nvPr/>
        </p:nvSpPr>
        <p:spPr>
          <a:xfrm xmlns:a="http://schemas.openxmlformats.org/drawingml/2006/main">
            <a:off x="5829598" y="8840688"/>
            <a:ext cx="71705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36580"/>
                </a:solidFill>
                <a:latin typeface="Noto Sans KR"/>
                <a:ea typeface="Noto Sans KR"/>
                <a:cs typeface="Noto Sans KR"/>
              </a:defRPr>
            </a:pPr>
            <a:r>
              <a:rPr sz="1350" b="0" i="0">
                <a:solidFill>
                  <a:srgbClr val="536580"/>
                </a:solidFill>
                <a:latin typeface="Noto Sans KR"/>
                <a:ea typeface="Noto Sans KR"/>
                <a:cs typeface="Noto Sans KR"/>
              </a:rPr>
              <a:t>다시 확인</a:t>
            </a:r>
          </a:p>
        </p:txBody>
      </p:sp>
      <p:sp>
        <p:nvSpPr>
          <p:cNvPr id="29" name="paper-15-text-028">
            <a:extLst xmlns:a="http://schemas.openxmlformats.org/drawingml/2006/main">
              <a:ext uri="{FF2B5EF4-FFF2-40B4-BE49-F238E27FC236}">
                <a16:creationId xmlns:a16="http://schemas.microsoft.com/office/drawing/2014/main" id="{6182657E-4556-4FAC-993C-A52F63E3D7EB}"/>
              </a:ext>
            </a:extLst>
          </p:cNvPr>
          <p:cNvSpPr>
            <a:spLocks xmlns:a="http://schemas.openxmlformats.org/drawingml/2006/main" noGrp="1"/>
          </p:cNvSpPr>
          <p:nvPr/>
        </p:nvSpPr>
        <p:spPr>
          <a:xfrm xmlns:a="http://schemas.openxmlformats.org/drawingml/2006/main">
            <a:off x="9569351" y="2533501"/>
            <a:ext cx="383798" cy="33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7C889C"/>
                </a:solidFill>
                <a:latin typeface="Noto Sans KR"/>
                <a:ea typeface="Noto Sans KR"/>
                <a:cs typeface="Noto Sans KR"/>
              </a:defRPr>
            </a:pPr>
            <a:r>
              <a:rPr sz="1425" b="0" i="0">
                <a:solidFill>
                  <a:srgbClr val="7C889C"/>
                </a:solidFill>
                <a:latin typeface="Noto Sans KR"/>
                <a:ea typeface="Noto Sans KR"/>
                <a:cs typeface="Noto Sans KR"/>
              </a:rPr>
              <a:t>02</a:t>
            </a:r>
          </a:p>
        </p:txBody>
      </p:sp>
      <p:sp>
        <p:nvSpPr>
          <p:cNvPr id="30" name="paper-15-text-029">
            <a:extLst xmlns:a="http://schemas.openxmlformats.org/drawingml/2006/main">
              <a:ext uri="{FF2B5EF4-FFF2-40B4-BE49-F238E27FC236}">
                <a16:creationId xmlns:a16="http://schemas.microsoft.com/office/drawing/2014/main" id="{810A4033-BCAD-42DD-A6FD-9E94BEBD8E98}"/>
              </a:ext>
            </a:extLst>
          </p:cNvPr>
          <p:cNvSpPr>
            <a:spLocks xmlns:a="http://schemas.openxmlformats.org/drawingml/2006/main" noGrp="1"/>
          </p:cNvSpPr>
          <p:nvPr/>
        </p:nvSpPr>
        <p:spPr>
          <a:xfrm xmlns:a="http://schemas.openxmlformats.org/drawingml/2006/main">
            <a:off x="9912995" y="2498527"/>
            <a:ext cx="209547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26354B"/>
                </a:solidFill>
                <a:latin typeface="Noto Sans KR"/>
                <a:ea typeface="Noto Sans KR"/>
                <a:cs typeface="Noto Sans KR"/>
              </a:defRPr>
            </a:pPr>
            <a:r>
              <a:rPr sz="1800" b="0" i="0">
                <a:solidFill>
                  <a:srgbClr val="26354B"/>
                </a:solidFill>
                <a:latin typeface="Noto Sans KR"/>
                <a:ea typeface="Noto Sans KR"/>
                <a:cs typeface="Noto Sans KR"/>
              </a:rPr>
              <a:t>관심 종목 조건 알림</a:t>
            </a:r>
          </a:p>
        </p:txBody>
      </p:sp>
      <p:sp>
        <p:nvSpPr>
          <p:cNvPr id="31" name="paper-15-text-030">
            <a:extLst xmlns:a="http://schemas.openxmlformats.org/drawingml/2006/main">
              <a:ext uri="{FF2B5EF4-FFF2-40B4-BE49-F238E27FC236}">
                <a16:creationId xmlns:a16="http://schemas.microsoft.com/office/drawing/2014/main" id="{95BC0150-181D-4B4E-814F-D72C8494137C}"/>
              </a:ext>
            </a:extLst>
          </p:cNvPr>
          <p:cNvSpPr>
            <a:spLocks xmlns:a="http://schemas.openxmlformats.org/drawingml/2006/main" noGrp="1"/>
          </p:cNvSpPr>
          <p:nvPr/>
        </p:nvSpPr>
        <p:spPr>
          <a:xfrm xmlns:a="http://schemas.openxmlformats.org/drawingml/2006/main">
            <a:off x="16401604" y="2546152"/>
            <a:ext cx="115213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536A9A"/>
                </a:solidFill>
                <a:latin typeface="Noto Sans KR"/>
                <a:ea typeface="Noto Sans KR"/>
                <a:cs typeface="Noto Sans KR"/>
              </a:defRPr>
            </a:pPr>
            <a:r>
              <a:rPr sz="1275" b="0" i="0">
                <a:solidFill>
                  <a:srgbClr val="536A9A"/>
                </a:solidFill>
                <a:latin typeface="Noto Sans KR"/>
                <a:ea typeface="Noto Sans KR"/>
                <a:cs typeface="Noto Sans KR"/>
              </a:rPr>
              <a:t>가격 알림 도착</a:t>
            </a:r>
          </a:p>
        </p:txBody>
      </p:sp>
      <p:sp>
        <p:nvSpPr>
          <p:cNvPr id="32" name="paper-15-text-031">
            <a:extLst xmlns:a="http://schemas.openxmlformats.org/drawingml/2006/main">
              <a:ext uri="{FF2B5EF4-FFF2-40B4-BE49-F238E27FC236}">
                <a16:creationId xmlns:a16="http://schemas.microsoft.com/office/drawing/2014/main" id="{665933E1-C3C1-451B-B4A2-79CA8C97276B}"/>
              </a:ext>
            </a:extLst>
          </p:cNvPr>
          <p:cNvSpPr>
            <a:spLocks xmlns:a="http://schemas.openxmlformats.org/drawingml/2006/main" noGrp="1"/>
          </p:cNvSpPr>
          <p:nvPr/>
        </p:nvSpPr>
        <p:spPr>
          <a:xfrm xmlns:a="http://schemas.openxmlformats.org/drawingml/2006/main">
            <a:off x="12464802" y="3641527"/>
            <a:ext cx="3143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t</a:t>
            </a:r>
          </a:p>
        </p:txBody>
      </p:sp>
      <p:sp>
        <p:nvSpPr>
          <p:cNvPr id="33" name="paper-15-text-032">
            <a:extLst xmlns:a="http://schemas.openxmlformats.org/drawingml/2006/main">
              <a:ext uri="{FF2B5EF4-FFF2-40B4-BE49-F238E27FC236}">
                <a16:creationId xmlns:a16="http://schemas.microsoft.com/office/drawing/2014/main" id="{B15CB678-5799-49F9-88EB-E6930F1B1CA9}"/>
              </a:ext>
            </a:extLst>
          </p:cNvPr>
          <p:cNvSpPr>
            <a:spLocks xmlns:a="http://schemas.openxmlformats.org/drawingml/2006/main" noGrp="1"/>
          </p:cNvSpPr>
          <p:nvPr/>
        </p:nvSpPr>
        <p:spPr>
          <a:xfrm xmlns:a="http://schemas.openxmlformats.org/drawingml/2006/main">
            <a:off x="12674352" y="3655814"/>
            <a:ext cx="2134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i="0">
                <a:solidFill>
                  <a:srgbClr val="C1C5CF"/>
                </a:solidFill>
                <a:latin typeface="Noto Sans KR"/>
                <a:ea typeface="Noto Sans KR"/>
                <a:cs typeface="Noto Sans KR"/>
              </a:defRPr>
            </a:pPr>
            <a:r>
              <a:rPr sz="750" b="0" i="0">
                <a:solidFill>
                  <a:srgbClr val="C1C5CF"/>
                </a:solidFill>
                <a:latin typeface="Noto Sans KR"/>
                <a:ea typeface="Noto Sans KR"/>
                <a:cs typeface="Noto Sans KR"/>
              </a:rPr>
              <a:t>토스</a:t>
            </a:r>
          </a:p>
        </p:txBody>
      </p:sp>
      <p:sp>
        <p:nvSpPr>
          <p:cNvPr id="34" name="paper-15-text-033">
            <a:extLst xmlns:a="http://schemas.openxmlformats.org/drawingml/2006/main">
              <a:ext uri="{FF2B5EF4-FFF2-40B4-BE49-F238E27FC236}">
                <a16:creationId xmlns:a16="http://schemas.microsoft.com/office/drawing/2014/main" id="{09826399-F9A1-400D-8694-F62278D19B61}"/>
              </a:ext>
            </a:extLst>
          </p:cNvPr>
          <p:cNvSpPr>
            <a:spLocks xmlns:a="http://schemas.openxmlformats.org/drawingml/2006/main" noGrp="1"/>
          </p:cNvSpPr>
          <p:nvPr/>
        </p:nvSpPr>
        <p:spPr>
          <a:xfrm xmlns:a="http://schemas.openxmlformats.org/drawingml/2006/main">
            <a:off x="14448383" y="3655814"/>
            <a:ext cx="28962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i="0">
                <a:solidFill>
                  <a:srgbClr val="C1C5CF"/>
                </a:solidFill>
                <a:latin typeface="Noto Sans KR"/>
                <a:ea typeface="Noto Sans KR"/>
                <a:cs typeface="Noto Sans KR"/>
              </a:defRPr>
            </a:pPr>
            <a:r>
              <a:rPr sz="750" b="0" i="0">
                <a:solidFill>
                  <a:srgbClr val="C1C5CF"/>
                </a:solidFill>
                <a:latin typeface="Noto Sans KR"/>
                <a:ea typeface="Noto Sans KR"/>
                <a:cs typeface="Noto Sans KR"/>
              </a:rPr>
              <a:t>지금</a:t>
            </a:r>
          </a:p>
        </p:txBody>
      </p:sp>
      <p:sp>
        <p:nvSpPr>
          <p:cNvPr id="35" name="paper-15-text-034">
            <a:extLst xmlns:a="http://schemas.openxmlformats.org/drawingml/2006/main">
              <a:ext uri="{FF2B5EF4-FFF2-40B4-BE49-F238E27FC236}">
                <a16:creationId xmlns:a16="http://schemas.microsoft.com/office/drawing/2014/main" id="{941CAFF8-4E9E-49A6-8D9D-832648B77EF2}"/>
              </a:ext>
            </a:extLst>
          </p:cNvPr>
          <p:cNvSpPr>
            <a:spLocks xmlns:a="http://schemas.openxmlformats.org/drawingml/2006/main" noGrp="1"/>
          </p:cNvSpPr>
          <p:nvPr/>
        </p:nvSpPr>
        <p:spPr>
          <a:xfrm xmlns:a="http://schemas.openxmlformats.org/drawingml/2006/main">
            <a:off x="12464802" y="3870127"/>
            <a:ext cx="1184434"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i="0">
                <a:solidFill>
                  <a:srgbClr val="F3F4F8"/>
                </a:solidFill>
                <a:latin typeface="Noto Sans KR"/>
                <a:ea typeface="Noto Sans KR"/>
                <a:cs typeface="Noto Sans KR"/>
              </a:defRPr>
            </a:pPr>
            <a:r>
              <a:rPr sz="900" b="1" i="0">
                <a:solidFill>
                  <a:srgbClr val="F3F4F8"/>
                </a:solidFill>
                <a:latin typeface="Noto Sans KR"/>
                <a:ea typeface="Noto Sans KR"/>
                <a:cs typeface="Noto Sans KR"/>
              </a:rPr>
              <a:t>SK하이닉스 가격 알림</a:t>
            </a:r>
          </a:p>
        </p:txBody>
      </p:sp>
      <p:sp>
        <p:nvSpPr>
          <p:cNvPr id="36" name="paper-15-text-035">
            <a:extLst xmlns:a="http://schemas.openxmlformats.org/drawingml/2006/main">
              <a:ext uri="{FF2B5EF4-FFF2-40B4-BE49-F238E27FC236}">
                <a16:creationId xmlns:a16="http://schemas.microsoft.com/office/drawing/2014/main" id="{E2F0516F-7361-459B-963C-1B994E9C352A}"/>
              </a:ext>
            </a:extLst>
          </p:cNvPr>
          <p:cNvSpPr>
            <a:spLocks xmlns:a="http://schemas.openxmlformats.org/drawingml/2006/main" noGrp="1"/>
          </p:cNvSpPr>
          <p:nvPr/>
        </p:nvSpPr>
        <p:spPr>
          <a:xfrm xmlns:a="http://schemas.openxmlformats.org/drawingml/2006/main">
            <a:off x="12464802" y="4082951"/>
            <a:ext cx="1639372"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i="0">
                <a:solidFill>
                  <a:srgbClr val="DFE3ED"/>
                </a:solidFill>
                <a:latin typeface="Noto Sans KR"/>
                <a:ea typeface="Noto Sans KR"/>
                <a:cs typeface="Noto Sans KR"/>
              </a:defRPr>
            </a:pPr>
            <a:r>
              <a:rPr sz="825" b="0" i="0">
                <a:solidFill>
                  <a:srgbClr val="DFE3ED"/>
                </a:solidFill>
                <a:latin typeface="Noto Sans KR"/>
                <a:ea typeface="Noto Sans KR"/>
                <a:cs typeface="Noto Sans KR"/>
              </a:rPr>
              <a:t>설정한 1,868,000원에 도달했어요.</a:t>
            </a:r>
          </a:p>
        </p:txBody>
      </p:sp>
      <p:sp>
        <p:nvSpPr>
          <p:cNvPr id="37" name="paper-15-text-036">
            <a:extLst xmlns:a="http://schemas.openxmlformats.org/drawingml/2006/main">
              <a:ext uri="{FF2B5EF4-FFF2-40B4-BE49-F238E27FC236}">
                <a16:creationId xmlns:a16="http://schemas.microsoft.com/office/drawing/2014/main" id="{33DD7DBE-184B-40BD-8E2A-BFF32E146158}"/>
              </a:ext>
            </a:extLst>
          </p:cNvPr>
          <p:cNvSpPr>
            <a:spLocks xmlns:a="http://schemas.openxmlformats.org/drawingml/2006/main" noGrp="1"/>
          </p:cNvSpPr>
          <p:nvPr/>
        </p:nvSpPr>
        <p:spPr>
          <a:xfrm xmlns:a="http://schemas.openxmlformats.org/drawingml/2006/main">
            <a:off x="11765756" y="8840688"/>
            <a:ext cx="71705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36580"/>
                </a:solidFill>
                <a:latin typeface="Noto Sans KR"/>
                <a:ea typeface="Noto Sans KR"/>
                <a:cs typeface="Noto Sans KR"/>
              </a:defRPr>
            </a:pPr>
            <a:r>
              <a:rPr sz="1350" b="0" i="0">
                <a:solidFill>
                  <a:srgbClr val="536580"/>
                </a:solidFill>
                <a:latin typeface="Noto Sans KR"/>
                <a:ea typeface="Noto Sans KR"/>
                <a:cs typeface="Noto Sans KR"/>
              </a:rPr>
              <a:t>조건 설정</a:t>
            </a:r>
          </a:p>
        </p:txBody>
      </p:sp>
      <p:sp>
        <p:nvSpPr>
          <p:cNvPr id="38" name="paper-15-text-037">
            <a:extLst xmlns:a="http://schemas.openxmlformats.org/drawingml/2006/main">
              <a:ext uri="{FF2B5EF4-FFF2-40B4-BE49-F238E27FC236}">
                <a16:creationId xmlns:a16="http://schemas.microsoft.com/office/drawing/2014/main" id="{1E1E5EC3-270E-49D6-B69F-1A228E147BD2}"/>
              </a:ext>
            </a:extLst>
          </p:cNvPr>
          <p:cNvSpPr>
            <a:spLocks xmlns:a="http://schemas.openxmlformats.org/drawingml/2006/main" noGrp="1"/>
          </p:cNvSpPr>
          <p:nvPr/>
        </p:nvSpPr>
        <p:spPr>
          <a:xfrm xmlns:a="http://schemas.openxmlformats.org/drawingml/2006/main">
            <a:off x="12654260" y="8840688"/>
            <a:ext cx="34671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A2AEC0"/>
                </a:solidFill>
                <a:latin typeface="Noto Sans KR"/>
                <a:ea typeface="Noto Sans KR"/>
                <a:cs typeface="Noto Sans KR"/>
              </a:defRPr>
            </a:pPr>
            <a:r>
              <a:rPr sz="1350" b="0" i="0">
                <a:solidFill>
                  <a:srgbClr val="A2AEC0"/>
                </a:solidFill>
                <a:latin typeface="Noto Sans KR"/>
                <a:ea typeface="Noto Sans KR"/>
                <a:cs typeface="Noto Sans KR"/>
              </a:rPr>
              <a:t>→</a:t>
            </a:r>
          </a:p>
        </p:txBody>
      </p:sp>
      <p:sp>
        <p:nvSpPr>
          <p:cNvPr id="39" name="paper-15-text-038">
            <a:extLst xmlns:a="http://schemas.openxmlformats.org/drawingml/2006/main">
              <a:ext uri="{FF2B5EF4-FFF2-40B4-BE49-F238E27FC236}">
                <a16:creationId xmlns:a16="http://schemas.microsoft.com/office/drawing/2014/main" id="{178527C2-5612-4016-942C-81738DC96548}"/>
              </a:ext>
            </a:extLst>
          </p:cNvPr>
          <p:cNvSpPr>
            <a:spLocks xmlns:a="http://schemas.openxmlformats.org/drawingml/2006/main" noGrp="1"/>
          </p:cNvSpPr>
          <p:nvPr/>
        </p:nvSpPr>
        <p:spPr>
          <a:xfrm xmlns:a="http://schemas.openxmlformats.org/drawingml/2006/main">
            <a:off x="13035260" y="8840688"/>
            <a:ext cx="92288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36580"/>
                </a:solidFill>
                <a:latin typeface="Noto Sans KR"/>
                <a:ea typeface="Noto Sans KR"/>
                <a:cs typeface="Noto Sans KR"/>
              </a:defRPr>
            </a:pPr>
            <a:r>
              <a:rPr sz="1350" b="0" i="0">
                <a:solidFill>
                  <a:srgbClr val="536580"/>
                </a:solidFill>
                <a:latin typeface="Noto Sans KR"/>
                <a:ea typeface="Noto Sans KR"/>
                <a:cs typeface="Noto Sans KR"/>
              </a:rPr>
              <a:t>일상 속 사용</a:t>
            </a:r>
          </a:p>
        </p:txBody>
      </p:sp>
      <p:sp>
        <p:nvSpPr>
          <p:cNvPr id="40" name="paper-15-text-039">
            <a:extLst xmlns:a="http://schemas.openxmlformats.org/drawingml/2006/main">
              <a:ext uri="{FF2B5EF4-FFF2-40B4-BE49-F238E27FC236}">
                <a16:creationId xmlns:a16="http://schemas.microsoft.com/office/drawing/2014/main" id="{D45859F4-4651-4E63-81FB-B858A2A87F7A}"/>
              </a:ext>
            </a:extLst>
          </p:cNvPr>
          <p:cNvSpPr>
            <a:spLocks xmlns:a="http://schemas.openxmlformats.org/drawingml/2006/main" noGrp="1"/>
          </p:cNvSpPr>
          <p:nvPr/>
        </p:nvSpPr>
        <p:spPr>
          <a:xfrm xmlns:a="http://schemas.openxmlformats.org/drawingml/2006/main">
            <a:off x="14129593" y="8840688"/>
            <a:ext cx="34671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A2AEC0"/>
                </a:solidFill>
                <a:latin typeface="Noto Sans KR"/>
                <a:ea typeface="Noto Sans KR"/>
                <a:cs typeface="Noto Sans KR"/>
              </a:defRPr>
            </a:pPr>
            <a:r>
              <a:rPr sz="1350" b="0" i="0">
                <a:solidFill>
                  <a:srgbClr val="A2AEC0"/>
                </a:solidFill>
                <a:latin typeface="Noto Sans KR"/>
                <a:ea typeface="Noto Sans KR"/>
                <a:cs typeface="Noto Sans KR"/>
              </a:rPr>
              <a:t>→</a:t>
            </a:r>
          </a:p>
        </p:txBody>
      </p:sp>
      <p:sp>
        <p:nvSpPr>
          <p:cNvPr id="41" name="paper-15-text-040">
            <a:extLst xmlns:a="http://schemas.openxmlformats.org/drawingml/2006/main">
              <a:ext uri="{FF2B5EF4-FFF2-40B4-BE49-F238E27FC236}">
                <a16:creationId xmlns:a16="http://schemas.microsoft.com/office/drawing/2014/main" id="{1ED3FD90-2859-4141-8354-4DF3FC971346}"/>
              </a:ext>
            </a:extLst>
          </p:cNvPr>
          <p:cNvSpPr>
            <a:spLocks xmlns:a="http://schemas.openxmlformats.org/drawingml/2006/main" noGrp="1"/>
          </p:cNvSpPr>
          <p:nvPr/>
        </p:nvSpPr>
        <p:spPr>
          <a:xfrm xmlns:a="http://schemas.openxmlformats.org/drawingml/2006/main">
            <a:off x="14510593" y="8840688"/>
            <a:ext cx="71705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36580"/>
                </a:solidFill>
                <a:latin typeface="Noto Sans KR"/>
                <a:ea typeface="Noto Sans KR"/>
                <a:cs typeface="Noto Sans KR"/>
              </a:defRPr>
            </a:pPr>
            <a:r>
              <a:rPr sz="1350" b="0" i="0">
                <a:solidFill>
                  <a:srgbClr val="536580"/>
                </a:solidFill>
                <a:latin typeface="Noto Sans KR"/>
                <a:ea typeface="Noto Sans KR"/>
                <a:cs typeface="Noto Sans KR"/>
              </a:rPr>
              <a:t>알림 확인</a:t>
            </a:r>
          </a:p>
        </p:txBody>
      </p:sp>
      <p:sp>
        <p:nvSpPr>
          <p:cNvPr id="42" name="paper-15-text-041">
            <a:extLst xmlns:a="http://schemas.openxmlformats.org/drawingml/2006/main">
              <a:ext uri="{FF2B5EF4-FFF2-40B4-BE49-F238E27FC236}">
                <a16:creationId xmlns:a16="http://schemas.microsoft.com/office/drawing/2014/main" id="{A9181815-F5A4-4342-9FAF-5ED94613C59E}"/>
              </a:ext>
            </a:extLst>
          </p:cNvPr>
          <p:cNvSpPr>
            <a:spLocks xmlns:a="http://schemas.openxmlformats.org/drawingml/2006/main" noGrp="1"/>
          </p:cNvSpPr>
          <p:nvPr/>
        </p:nvSpPr>
        <p:spPr>
          <a:xfrm xmlns:a="http://schemas.openxmlformats.org/drawingml/2006/main">
            <a:off x="752475" y="9858375"/>
            <a:ext cx="170516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748096"/>
                </a:solidFill>
                <a:latin typeface="Noto Sans KR"/>
                <a:ea typeface="Noto Sans KR"/>
                <a:cs typeface="Noto Sans KR"/>
              </a:defRPr>
            </a:pPr>
            <a:r>
              <a:rPr sz="1050" b="0" i="0">
                <a:solidFill>
                  <a:srgbClr val="748096"/>
                </a:solidFill>
                <a:latin typeface="Noto Sans KR"/>
                <a:ea typeface="Noto Sans KR"/>
                <a:cs typeface="Noto Sans KR"/>
              </a:rPr>
              <a:t>Word 사용 흐름 재현 · 토스 사용자 제공 원본 화면 / 설정·알림 도착 재현</a:t>
            </a:r>
          </a:p>
        </p:txBody>
      </p:sp>
      <p:sp>
        <p:nvSpPr>
          <p:cNvPr id="43" name="paper-15-text-042">
            <a:extLst xmlns:a="http://schemas.openxmlformats.org/drawingml/2006/main">
              <a:ext uri="{FF2B5EF4-FFF2-40B4-BE49-F238E27FC236}">
                <a16:creationId xmlns:a16="http://schemas.microsoft.com/office/drawing/2014/main" id="{57715472-079B-45CF-9BB8-F966926F0B05}"/>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151820"/>
                </a:solidFill>
                <a:latin typeface="Daki M Title"/>
                <a:ea typeface="Daki M Title"/>
                <a:cs typeface="Daki M Title"/>
              </a:defRPr>
            </a:pPr>
            <a:r>
              <a:rPr sz="4650" b="0" i="0">
                <a:solidFill>
                  <a:srgbClr val="151820"/>
                </a:solidFill>
                <a:latin typeface="Daki M Title"/>
                <a:ea typeface="Daki M Title"/>
                <a:cs typeface="Daki M Title"/>
              </a:rPr>
              <a:t>기록과 조건 알림</a:t>
            </a:r>
          </a:p>
        </p:txBody>
      </p:sp>
      <p:sp>
        <p:nvSpPr>
          <p:cNvPr id="44" name="paper-15-text-043">
            <a:extLst xmlns:a="http://schemas.openxmlformats.org/drawingml/2006/main">
              <a:ext uri="{FF2B5EF4-FFF2-40B4-BE49-F238E27FC236}">
                <a16:creationId xmlns:a16="http://schemas.microsoft.com/office/drawing/2014/main" id="{F5A3D5CE-9680-452F-9B87-A1FD1C4EBAA4}"/>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707988"/>
                </a:solidFill>
                <a:latin typeface="Daki L"/>
                <a:ea typeface="Daki L"/>
                <a:cs typeface="Daki L"/>
              </a:defRPr>
            </a:pPr>
            <a:r>
              <a:rPr sz="1875" b="0" i="0">
                <a:solidFill>
                  <a:srgbClr val="707988"/>
                </a:solidFill>
                <a:latin typeface="Daki L"/>
                <a:ea typeface="Daki L"/>
                <a:cs typeface="Daki L"/>
              </a:rPr>
              <a:t>지난 판단을 돌아보고, 필요한 변화를 살핍니다</a:t>
            </a:r>
          </a:p>
        </p:txBody>
      </p:sp>
    </p:spTree>
    <p:extLst>
      <p:ext uri="{BB962C8B-B14F-4D97-AF65-F5344CB8AC3E}">
        <p14:creationId xmlns:p14="http://schemas.microsoft.com/office/powerpoint/2010/main" val="16448623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d1338de7e7449c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16-text-001">
            <a:extLst xmlns:a="http://schemas.openxmlformats.org/drawingml/2006/main">
              <a:ext uri="{FF2B5EF4-FFF2-40B4-BE49-F238E27FC236}">
                <a16:creationId xmlns:a16="http://schemas.microsoft.com/office/drawing/2014/main" id="{A29A1D2E-BB6E-49C5-A9B8-9335CA970B38}"/>
              </a:ext>
            </a:extLst>
          </p:cNvPr>
          <p:cNvSpPr>
            <a:spLocks xmlns:a="http://schemas.openxmlformats.org/drawingml/2006/main" noGrp="1"/>
          </p:cNvSpPr>
          <p:nvPr/>
        </p:nvSpPr>
        <p:spPr>
          <a:xfrm xmlns:a="http://schemas.openxmlformats.org/drawingml/2006/main">
            <a:off x="930176" y="2597051"/>
            <a:ext cx="4688741"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8491A6"/>
                </a:solidFill>
                <a:latin typeface="Noto Sans KR"/>
                <a:ea typeface="Noto Sans KR"/>
                <a:cs typeface="Noto Sans KR"/>
              </a:defRPr>
            </a:pPr>
            <a:r>
              <a:rPr sz="1275" b="0" i="0">
                <a:solidFill>
                  <a:srgbClr val="8491A6"/>
                </a:solidFill>
                <a:latin typeface="Noto Sans KR"/>
                <a:ea typeface="Noto Sans KR"/>
                <a:cs typeface="Noto Sans KR"/>
              </a:rPr>
              <a:t>조건검색 기반 자동매매 프로그램</a:t>
            </a:r>
          </a:p>
        </p:txBody>
      </p:sp>
      <p:sp>
        <p:nvSpPr>
          <p:cNvPr id="3" name="paper-16-text-002">
            <a:extLst xmlns:a="http://schemas.openxmlformats.org/drawingml/2006/main">
              <a:ext uri="{FF2B5EF4-FFF2-40B4-BE49-F238E27FC236}">
                <a16:creationId xmlns:a16="http://schemas.microsoft.com/office/drawing/2014/main" id="{841BA6A3-5B6B-4962-B7BC-2DC7CD13E798}"/>
              </a:ext>
            </a:extLst>
          </p:cNvPr>
          <p:cNvSpPr>
            <a:spLocks xmlns:a="http://schemas.openxmlformats.org/drawingml/2006/main" noGrp="1"/>
          </p:cNvSpPr>
          <p:nvPr/>
        </p:nvSpPr>
        <p:spPr>
          <a:xfrm xmlns:a="http://schemas.openxmlformats.org/drawingml/2006/main">
            <a:off x="930176" y="2924491"/>
            <a:ext cx="4850285" cy="4874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i="0">
                <a:solidFill>
                  <a:srgbClr val="26354A"/>
                </a:solidFill>
                <a:latin typeface="Daki M Title"/>
                <a:ea typeface="Daki M Title"/>
                <a:cs typeface="Daki M Title"/>
              </a:defRPr>
            </a:pPr>
            <a:r>
              <a:rPr sz="2775" b="0" i="0">
                <a:solidFill>
                  <a:srgbClr val="26354A"/>
                </a:solidFill>
                <a:latin typeface="Daki M Title"/>
                <a:ea typeface="Daki M Title"/>
                <a:cs typeface="Daki M Title"/>
              </a:rPr>
              <a:t>번개트레이더</a:t>
            </a:r>
          </a:p>
        </p:txBody>
      </p:sp>
      <p:sp>
        <p:nvSpPr>
          <p:cNvPr id="4" name="paper-16-text-003">
            <a:extLst xmlns:a="http://schemas.openxmlformats.org/drawingml/2006/main">
              <a:ext uri="{FF2B5EF4-FFF2-40B4-BE49-F238E27FC236}">
                <a16:creationId xmlns:a16="http://schemas.microsoft.com/office/drawing/2014/main" id="{A5A3BE68-093E-4185-80E3-73801A8B494C}"/>
              </a:ext>
            </a:extLst>
          </p:cNvPr>
          <p:cNvSpPr>
            <a:spLocks xmlns:a="http://schemas.openxmlformats.org/drawingml/2006/main" noGrp="1"/>
          </p:cNvSpPr>
          <p:nvPr/>
        </p:nvSpPr>
        <p:spPr>
          <a:xfrm xmlns:a="http://schemas.openxmlformats.org/drawingml/2006/main">
            <a:off x="1107877" y="8038951"/>
            <a:ext cx="435224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536E9D"/>
                </a:solidFill>
                <a:latin typeface="Noto Sans KR"/>
                <a:ea typeface="Noto Sans KR"/>
                <a:cs typeface="Noto Sans KR"/>
              </a:defRPr>
            </a:pPr>
            <a:r>
              <a:rPr sz="1275" b="0" i="0">
                <a:solidFill>
                  <a:srgbClr val="536E9D"/>
                </a:solidFill>
                <a:latin typeface="Noto Sans KR"/>
                <a:ea typeface="Noto Sans KR"/>
                <a:cs typeface="Noto Sans KR"/>
              </a:rPr>
              <a:t>공식 채널 · 사용법과 기능 소개 ↗</a:t>
            </a:r>
          </a:p>
        </p:txBody>
      </p:sp>
      <p:sp>
        <p:nvSpPr>
          <p:cNvPr id="5" name="paper-16-text-004">
            <a:extLst xmlns:a="http://schemas.openxmlformats.org/drawingml/2006/main">
              <a:ext uri="{FF2B5EF4-FFF2-40B4-BE49-F238E27FC236}">
                <a16:creationId xmlns:a16="http://schemas.microsoft.com/office/drawing/2014/main" id="{1620FC78-A9E6-4984-A655-B9EE59C9F800}"/>
              </a:ext>
            </a:extLst>
          </p:cNvPr>
          <p:cNvSpPr>
            <a:spLocks xmlns:a="http://schemas.openxmlformats.org/drawingml/2006/main" noGrp="1"/>
          </p:cNvSpPr>
          <p:nvPr/>
        </p:nvSpPr>
        <p:spPr>
          <a:xfrm xmlns:a="http://schemas.openxmlformats.org/drawingml/2006/main">
            <a:off x="930176" y="8632775"/>
            <a:ext cx="4688741"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5B77A6"/>
                </a:solidFill>
                <a:latin typeface="Noto Sans KR"/>
                <a:ea typeface="Noto Sans KR"/>
                <a:cs typeface="Noto Sans KR"/>
              </a:defRPr>
            </a:pPr>
            <a:r>
              <a:rPr sz="1275" b="0" i="0">
                <a:solidFill>
                  <a:srgbClr val="5B77A6"/>
                </a:solidFill>
                <a:latin typeface="Noto Sans KR"/>
                <a:ea typeface="Noto Sans KR"/>
                <a:cs typeface="Noto Sans KR"/>
              </a:rPr>
              <a:t>공식 홈페이지·고객지원 카페 ↗</a:t>
            </a:r>
          </a:p>
        </p:txBody>
      </p:sp>
      <p:sp>
        <p:nvSpPr>
          <p:cNvPr id="6" name="paper-16-text-005">
            <a:extLst xmlns:a="http://schemas.openxmlformats.org/drawingml/2006/main">
              <a:ext uri="{FF2B5EF4-FFF2-40B4-BE49-F238E27FC236}">
                <a16:creationId xmlns:a16="http://schemas.microsoft.com/office/drawing/2014/main" id="{6DDFBA24-EAAC-425A-88D2-E6EBF63C1644}"/>
              </a:ext>
            </a:extLst>
          </p:cNvPr>
          <p:cNvSpPr>
            <a:spLocks xmlns:a="http://schemas.openxmlformats.org/drawingml/2006/main" noGrp="1"/>
          </p:cNvSpPr>
          <p:nvPr/>
        </p:nvSpPr>
        <p:spPr>
          <a:xfrm xmlns:a="http://schemas.openxmlformats.org/drawingml/2006/main">
            <a:off x="6292751" y="2498527"/>
            <a:ext cx="203147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35455E"/>
                </a:solidFill>
                <a:latin typeface="Noto Sans KR"/>
                <a:ea typeface="Noto Sans KR"/>
                <a:cs typeface="Noto Sans KR"/>
              </a:defRPr>
            </a:pPr>
            <a:r>
              <a:rPr sz="1800" b="0" i="0">
                <a:solidFill>
                  <a:srgbClr val="35455E"/>
                </a:solidFill>
                <a:latin typeface="Noto Sans KR"/>
                <a:ea typeface="Noto Sans KR"/>
                <a:cs typeface="Noto Sans KR"/>
              </a:rPr>
              <a:t>공식 프로그램 시연</a:t>
            </a:r>
          </a:p>
        </p:txBody>
      </p:sp>
      <p:sp>
        <p:nvSpPr>
          <p:cNvPr id="7" name="paper-16-text-006">
            <a:extLst xmlns:a="http://schemas.openxmlformats.org/drawingml/2006/main">
              <a:ext uri="{FF2B5EF4-FFF2-40B4-BE49-F238E27FC236}">
                <a16:creationId xmlns:a16="http://schemas.microsoft.com/office/drawing/2014/main" id="{2F3E26FC-21DE-44B0-AFF5-644B325E6479}"/>
              </a:ext>
            </a:extLst>
          </p:cNvPr>
          <p:cNvSpPr>
            <a:spLocks xmlns:a="http://schemas.openxmlformats.org/drawingml/2006/main" noGrp="1"/>
          </p:cNvSpPr>
          <p:nvPr/>
        </p:nvSpPr>
        <p:spPr>
          <a:xfrm xmlns:a="http://schemas.openxmlformats.org/drawingml/2006/main">
            <a:off x="16033700" y="2533501"/>
            <a:ext cx="152575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77869E"/>
                </a:solidFill>
                <a:latin typeface="Noto Sans KR"/>
                <a:ea typeface="Noto Sans KR"/>
                <a:cs typeface="Noto Sans KR"/>
              </a:defRPr>
            </a:pPr>
            <a:r>
              <a:rPr sz="1425" b="0" i="0">
                <a:solidFill>
                  <a:srgbClr val="77869E"/>
                </a:solidFill>
                <a:latin typeface="Noto Sans KR"/>
                <a:ea typeface="Noto Sans KR"/>
                <a:cs typeface="Noto Sans KR"/>
              </a:rPr>
              <a:t>2배속 · 화면 녹화</a:t>
            </a:r>
          </a:p>
        </p:txBody>
      </p:sp>
      <p:sp>
        <p:nvSpPr>
          <p:cNvPr id="8" name="paper-16-text-007">
            <a:extLst xmlns:a="http://schemas.openxmlformats.org/drawingml/2006/main">
              <a:ext uri="{FF2B5EF4-FFF2-40B4-BE49-F238E27FC236}">
                <a16:creationId xmlns:a16="http://schemas.microsoft.com/office/drawing/2014/main" id="{0310249F-55A5-432D-B1FA-BC083FB32D8F}"/>
              </a:ext>
            </a:extLst>
          </p:cNvPr>
          <p:cNvSpPr>
            <a:spLocks xmlns:a="http://schemas.openxmlformats.org/drawingml/2006/main" noGrp="1"/>
          </p:cNvSpPr>
          <p:nvPr/>
        </p:nvSpPr>
        <p:spPr>
          <a:xfrm xmlns:a="http://schemas.openxmlformats.org/drawingml/2006/main">
            <a:off x="6292751" y="8273951"/>
            <a:ext cx="260708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60728C"/>
                </a:solidFill>
                <a:latin typeface="Noto Sans KR"/>
                <a:ea typeface="Noto Sans KR"/>
                <a:cs typeface="Noto Sans KR"/>
              </a:defRPr>
            </a:pPr>
            <a:r>
              <a:rPr sz="1275" b="0" i="0">
                <a:solidFill>
                  <a:srgbClr val="60728C"/>
                </a:solidFill>
                <a:latin typeface="Noto Sans KR"/>
                <a:ea typeface="Noto Sans KR"/>
                <a:cs typeface="Noto Sans KR"/>
              </a:rPr>
              <a:t>공식 공개 영상 · 프로그램 사용 장면</a:t>
            </a:r>
          </a:p>
        </p:txBody>
      </p:sp>
      <p:sp>
        <p:nvSpPr>
          <p:cNvPr id="9" name="paper-16-text-008">
            <a:extLst xmlns:a="http://schemas.openxmlformats.org/drawingml/2006/main">
              <a:ext uri="{FF2B5EF4-FFF2-40B4-BE49-F238E27FC236}">
                <a16:creationId xmlns:a16="http://schemas.microsoft.com/office/drawing/2014/main" id="{AFC2788B-B09E-4779-9802-502E878968A1}"/>
              </a:ext>
            </a:extLst>
          </p:cNvPr>
          <p:cNvSpPr>
            <a:spLocks xmlns:a="http://schemas.openxmlformats.org/drawingml/2006/main" noGrp="1"/>
          </p:cNvSpPr>
          <p:nvPr/>
        </p:nvSpPr>
        <p:spPr>
          <a:xfrm xmlns:a="http://schemas.openxmlformats.org/drawingml/2006/main">
            <a:off x="16528107" y="8273951"/>
            <a:ext cx="1016109"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i="0">
                <a:solidFill>
                  <a:srgbClr val="466CAA"/>
                </a:solidFill>
                <a:latin typeface="Noto Sans KR"/>
                <a:ea typeface="Noto Sans KR"/>
                <a:cs typeface="Noto Sans KR"/>
              </a:defRPr>
            </a:pPr>
            <a:r>
              <a:rPr sz="1275" b="0" i="0">
                <a:solidFill>
                  <a:srgbClr val="466CAA"/>
                </a:solidFill>
                <a:latin typeface="Noto Sans KR"/>
                <a:ea typeface="Noto Sans KR"/>
                <a:cs typeface="Noto Sans KR"/>
              </a:rPr>
              <a:t>원본 영상 ↗</a:t>
            </a:r>
          </a:p>
        </p:txBody>
      </p:sp>
      <p:sp>
        <p:nvSpPr>
          <p:cNvPr id="10" name="paper-16-text-009">
            <a:extLst xmlns:a="http://schemas.openxmlformats.org/drawingml/2006/main">
              <a:ext uri="{FF2B5EF4-FFF2-40B4-BE49-F238E27FC236}">
                <a16:creationId xmlns:a16="http://schemas.microsoft.com/office/drawing/2014/main" id="{B0E2BA7A-3B5A-431E-9D8A-420C4A7F8430}"/>
              </a:ext>
            </a:extLst>
          </p:cNvPr>
          <p:cNvSpPr>
            <a:spLocks xmlns:a="http://schemas.openxmlformats.org/drawingml/2006/main" noGrp="1"/>
          </p:cNvSpPr>
          <p:nvPr/>
        </p:nvSpPr>
        <p:spPr>
          <a:xfrm xmlns:a="http://schemas.openxmlformats.org/drawingml/2006/main">
            <a:off x="6292751" y="8699450"/>
            <a:ext cx="11243846" cy="2972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8994A6"/>
                </a:solidFill>
                <a:latin typeface="Noto Sans KR"/>
                <a:ea typeface="Noto Sans KR"/>
                <a:cs typeface="Noto Sans KR"/>
              </a:defRPr>
            </a:pPr>
            <a:r>
              <a:rPr sz="1200" b="0" i="0">
                <a:solidFill>
                  <a:srgbClr val="8994A6"/>
                </a:solidFill>
                <a:latin typeface="Noto Sans KR"/>
                <a:ea typeface="Noto Sans KR"/>
                <a:cs typeface="Noto Sans KR"/>
              </a:rPr>
              <a:t>공식 영상 재생 화면을 녹화한 자료입니다. 이번 발표에서 새로 실행한 모의투자 결과가 아닙니다.</a:t>
            </a:r>
          </a:p>
        </p:txBody>
      </p:sp>
      <p:sp>
        <p:nvSpPr>
          <p:cNvPr id="11" name="paper-16-text-010">
            <a:extLst xmlns:a="http://schemas.openxmlformats.org/drawingml/2006/main">
              <a:ext uri="{FF2B5EF4-FFF2-40B4-BE49-F238E27FC236}">
                <a16:creationId xmlns:a16="http://schemas.microsoft.com/office/drawing/2014/main" id="{092C0E16-7136-4EA0-BBB6-10A667843F65}"/>
              </a:ext>
            </a:extLst>
          </p:cNvPr>
          <p:cNvSpPr>
            <a:spLocks xmlns:a="http://schemas.openxmlformats.org/drawingml/2006/main" noGrp="1"/>
          </p:cNvSpPr>
          <p:nvPr/>
        </p:nvSpPr>
        <p:spPr>
          <a:xfrm xmlns:a="http://schemas.openxmlformats.org/drawingml/2006/main">
            <a:off x="752475" y="9858375"/>
            <a:ext cx="170516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748096"/>
                </a:solidFill>
                <a:latin typeface="Noto Sans KR"/>
                <a:ea typeface="Noto Sans KR"/>
                <a:cs typeface="Noto Sans KR"/>
              </a:defRPr>
            </a:pPr>
            <a:r>
              <a:rPr sz="1050" b="0" i="0">
                <a:solidFill>
                  <a:srgbClr val="748096"/>
                </a:solidFill>
                <a:latin typeface="Noto Sans KR"/>
                <a:ea typeface="Noto Sans KR"/>
                <a:cs typeface="Noto Sans KR"/>
              </a:rPr>
              <a:t>번개트레이더 공식 채널 · 시연 영상 출처: 2017년 공개 영상</a:t>
            </a:r>
          </a:p>
        </p:txBody>
      </p:sp>
      <p:sp>
        <p:nvSpPr>
          <p:cNvPr id="12" name="paper-16-text-011">
            <a:extLst xmlns:a="http://schemas.openxmlformats.org/drawingml/2006/main">
              <a:ext uri="{FF2B5EF4-FFF2-40B4-BE49-F238E27FC236}">
                <a16:creationId xmlns:a16="http://schemas.microsoft.com/office/drawing/2014/main" id="{ABE89B28-6064-4760-8D5C-FF590E2F291E}"/>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151820"/>
                </a:solidFill>
                <a:latin typeface="Daki M Title"/>
                <a:ea typeface="Daki M Title"/>
                <a:cs typeface="Daki M Title"/>
              </a:defRPr>
            </a:pPr>
            <a:r>
              <a:rPr sz="4650" b="0" i="0">
                <a:solidFill>
                  <a:srgbClr val="151820"/>
                </a:solidFill>
                <a:latin typeface="Daki M Title"/>
                <a:ea typeface="Daki M Title"/>
                <a:cs typeface="Daki M Title"/>
              </a:rPr>
              <a:t>자신의 전략을 설계하고 검증</a:t>
            </a:r>
          </a:p>
        </p:txBody>
      </p:sp>
      <p:sp>
        <p:nvSpPr>
          <p:cNvPr id="13" name="paper-16-text-012">
            <a:extLst xmlns:a="http://schemas.openxmlformats.org/drawingml/2006/main">
              <a:ext uri="{FF2B5EF4-FFF2-40B4-BE49-F238E27FC236}">
                <a16:creationId xmlns:a16="http://schemas.microsoft.com/office/drawing/2014/main" id="{7FC58222-0D3E-4850-961C-35BCEF694925}"/>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707988"/>
                </a:solidFill>
                <a:latin typeface="Daki L"/>
                <a:ea typeface="Daki L"/>
                <a:cs typeface="Daki L"/>
              </a:defRPr>
            </a:pPr>
            <a:r>
              <a:rPr sz="1875" b="0" i="0">
                <a:solidFill>
                  <a:srgbClr val="707988"/>
                </a:solidFill>
                <a:latin typeface="Daki L"/>
                <a:ea typeface="Daki L"/>
                <a:cs typeface="Daki L"/>
              </a:rPr>
              <a:t>조건을 조정하며 투자 원칙을 구체화합니다</a:t>
            </a:r>
          </a:p>
        </p:txBody>
      </p:sp>
    </p:spTree>
    <p:extLst>
      <p:ext uri="{BB962C8B-B14F-4D97-AF65-F5344CB8AC3E}">
        <p14:creationId xmlns:p14="http://schemas.microsoft.com/office/powerpoint/2010/main" val="261477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b3944a7043704d8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17-text-001">
            <a:extLst xmlns:a="http://schemas.openxmlformats.org/drawingml/2006/main">
              <a:ext uri="{FF2B5EF4-FFF2-40B4-BE49-F238E27FC236}">
                <a16:creationId xmlns:a16="http://schemas.microsoft.com/office/drawing/2014/main" id="{479B1485-B332-4205-8BC0-46286A5C4167}"/>
              </a:ext>
            </a:extLst>
          </p:cNvPr>
          <p:cNvSpPr>
            <a:spLocks xmlns:a="http://schemas.openxmlformats.org/drawingml/2006/main" noGrp="1"/>
          </p:cNvSpPr>
          <p:nvPr/>
        </p:nvSpPr>
        <p:spPr>
          <a:xfrm xmlns:a="http://schemas.openxmlformats.org/drawingml/2006/main">
            <a:off x="4469755" y="4699397"/>
            <a:ext cx="497532"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526078"/>
                </a:solidFill>
                <a:latin typeface="Noto Sans KR"/>
                <a:ea typeface="Noto Sans KR"/>
                <a:cs typeface="Noto Sans KR"/>
              </a:defRPr>
            </a:pPr>
            <a:r>
              <a:rPr sz="525" b="0" i="0">
                <a:solidFill>
                  <a:srgbClr val="526078"/>
                </a:solidFill>
                <a:latin typeface="Noto Sans KR"/>
                <a:ea typeface="Noto Sans KR"/>
                <a:cs typeface="Noto Sans KR"/>
              </a:rPr>
              <a:t>투자 검토 노트</a:t>
            </a:r>
          </a:p>
        </p:txBody>
      </p:sp>
      <p:sp>
        <p:nvSpPr>
          <p:cNvPr id="3" name="paper-17-text-002">
            <a:extLst xmlns:a="http://schemas.openxmlformats.org/drawingml/2006/main">
              <a:ext uri="{FF2B5EF4-FFF2-40B4-BE49-F238E27FC236}">
                <a16:creationId xmlns:a16="http://schemas.microsoft.com/office/drawing/2014/main" id="{41069D89-F490-4997-87FE-6314BFA48D53}"/>
              </a:ext>
            </a:extLst>
          </p:cNvPr>
          <p:cNvSpPr>
            <a:spLocks xmlns:a="http://schemas.openxmlformats.org/drawingml/2006/main" noGrp="1"/>
          </p:cNvSpPr>
          <p:nvPr/>
        </p:nvSpPr>
        <p:spPr>
          <a:xfrm xmlns:a="http://schemas.openxmlformats.org/drawingml/2006/main">
            <a:off x="6242149" y="4878437"/>
            <a:ext cx="340965"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405B9D"/>
                </a:solidFill>
                <a:latin typeface="Noto Sans KR"/>
                <a:ea typeface="Noto Sans KR"/>
                <a:cs typeface="Noto Sans KR"/>
              </a:defRPr>
            </a:pPr>
            <a:r>
              <a:rPr sz="525" b="0" i="0">
                <a:solidFill>
                  <a:srgbClr val="405B9D"/>
                </a:solidFill>
                <a:latin typeface="Noto Sans KR"/>
                <a:ea typeface="Noto Sans KR"/>
                <a:cs typeface="Noto Sans KR"/>
              </a:rPr>
              <a:t>예시 PDF</a:t>
            </a:r>
          </a:p>
        </p:txBody>
      </p:sp>
      <p:sp>
        <p:nvSpPr>
          <p:cNvPr id="4" name="paper-17-text-003">
            <a:extLst xmlns:a="http://schemas.openxmlformats.org/drawingml/2006/main">
              <a:ext uri="{FF2B5EF4-FFF2-40B4-BE49-F238E27FC236}">
                <a16:creationId xmlns:a16="http://schemas.microsoft.com/office/drawing/2014/main" id="{809FBC62-FC43-4116-AA20-6712D8C8F0D6}"/>
              </a:ext>
            </a:extLst>
          </p:cNvPr>
          <p:cNvSpPr>
            <a:spLocks xmlns:a="http://schemas.openxmlformats.org/drawingml/2006/main" noGrp="1"/>
          </p:cNvSpPr>
          <p:nvPr/>
        </p:nvSpPr>
        <p:spPr>
          <a:xfrm xmlns:a="http://schemas.openxmlformats.org/drawingml/2006/main">
            <a:off x="6562130" y="4912668"/>
            <a:ext cx="276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405B9D"/>
                </a:solidFill>
                <a:latin typeface="Noto Sans KR"/>
                <a:ea typeface="Noto Sans KR"/>
                <a:cs typeface="Noto Sans KR"/>
              </a:defRPr>
            </a:pPr>
            <a:r>
              <a:rPr sz="525" b="0" i="0">
                <a:solidFill>
                  <a:srgbClr val="405B9D"/>
                </a:solidFill>
                <a:latin typeface="Noto Sans KR"/>
                <a:ea typeface="Noto Sans KR"/>
                <a:cs typeface="Noto Sans KR"/>
              </a:rPr>
              <a:t>예시 Word</a:t>
            </a:r>
          </a:p>
        </p:txBody>
      </p:sp>
      <p:sp>
        <p:nvSpPr>
          <p:cNvPr id="5" name="paper-17-text-004">
            <a:extLst xmlns:a="http://schemas.openxmlformats.org/drawingml/2006/main">
              <a:ext uri="{FF2B5EF4-FFF2-40B4-BE49-F238E27FC236}">
                <a16:creationId xmlns:a16="http://schemas.microsoft.com/office/drawing/2014/main" id="{C38CB69D-737C-4D20-A889-D756181AE95D}"/>
              </a:ext>
            </a:extLst>
          </p:cNvPr>
          <p:cNvSpPr>
            <a:spLocks xmlns:a="http://schemas.openxmlformats.org/drawingml/2006/main" noGrp="1"/>
          </p:cNvSpPr>
          <p:nvPr/>
        </p:nvSpPr>
        <p:spPr>
          <a:xfrm xmlns:a="http://schemas.openxmlformats.org/drawingml/2006/main">
            <a:off x="4564261" y="7330976"/>
            <a:ext cx="2170509"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2" b="0" i="0">
                <a:solidFill>
                  <a:srgbClr val="596A87"/>
                </a:solidFill>
                <a:latin typeface="Noto Sans KR"/>
                <a:ea typeface="Noto Sans KR"/>
                <a:cs typeface="Noto Sans KR"/>
              </a:defRPr>
            </a:pPr>
            <a:r>
              <a:rPr sz="1142" b="0" i="0">
                <a:solidFill>
                  <a:srgbClr val="596A87"/>
                </a:solidFill>
                <a:latin typeface="Noto Sans KR"/>
                <a:ea typeface="Noto Sans KR"/>
                <a:cs typeface="Noto Sans KR"/>
              </a:rPr>
              <a:t>관찰 조건을 확인하고, 근거가 없으면 판단을 보류합니다.</a:t>
            </a:r>
          </a:p>
        </p:txBody>
      </p:sp>
      <p:sp>
        <p:nvSpPr>
          <p:cNvPr id="6" name="paper-17-text-005">
            <a:extLst xmlns:a="http://schemas.openxmlformats.org/drawingml/2006/main">
              <a:ext uri="{FF2B5EF4-FFF2-40B4-BE49-F238E27FC236}">
                <a16:creationId xmlns:a16="http://schemas.microsoft.com/office/drawing/2014/main" id="{798E94CD-B47B-4EC5-AF4D-8251E2376273}"/>
              </a:ext>
            </a:extLst>
          </p:cNvPr>
          <p:cNvSpPr>
            <a:spLocks xmlns:a="http://schemas.openxmlformats.org/drawingml/2006/main" noGrp="1"/>
          </p:cNvSpPr>
          <p:nvPr/>
        </p:nvSpPr>
        <p:spPr>
          <a:xfrm xmlns:a="http://schemas.openxmlformats.org/drawingml/2006/main">
            <a:off x="4450854" y="7634734"/>
            <a:ext cx="95354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3" b="0" i="0">
                <a:solidFill>
                  <a:srgbClr val="949BA8"/>
                </a:solidFill>
                <a:latin typeface="Noto Sans KR"/>
                <a:ea typeface="Noto Sans KR"/>
                <a:cs typeface="Noto Sans KR"/>
              </a:defRPr>
            </a:pPr>
            <a:r>
              <a:rPr sz="593" b="0" i="0">
                <a:solidFill>
                  <a:srgbClr val="949BA8"/>
                </a:solidFill>
                <a:latin typeface="Noto Sans KR"/>
                <a:ea typeface="Noto Sans KR"/>
                <a:cs typeface="Noto Sans KR"/>
              </a:rPr>
              <a:t>실제 Word 캡처 · 가상 DEMO-A · 구간 편집 · 무음</a:t>
            </a:r>
          </a:p>
        </p:txBody>
      </p:sp>
      <p:sp>
        <p:nvSpPr>
          <p:cNvPr id="7" name="paper-17-text-006">
            <a:extLst xmlns:a="http://schemas.openxmlformats.org/drawingml/2006/main">
              <a:ext uri="{FF2B5EF4-FFF2-40B4-BE49-F238E27FC236}">
                <a16:creationId xmlns:a16="http://schemas.microsoft.com/office/drawing/2014/main" id="{90C1C7D9-0134-4410-8559-5E189CC96487}"/>
              </a:ext>
            </a:extLst>
          </p:cNvPr>
          <p:cNvSpPr>
            <a:spLocks xmlns:a="http://schemas.openxmlformats.org/drawingml/2006/main" noGrp="1"/>
          </p:cNvSpPr>
          <p:nvPr/>
        </p:nvSpPr>
        <p:spPr>
          <a:xfrm xmlns:a="http://schemas.openxmlformats.org/drawingml/2006/main">
            <a:off x="13837444" y="5131594"/>
            <a:ext cx="41790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7A869B"/>
                </a:solidFill>
                <a:latin typeface="Noto Sans KR"/>
                <a:ea typeface="Noto Sans KR"/>
                <a:cs typeface="Noto Sans KR"/>
              </a:defRPr>
            </a:pPr>
            <a:r>
              <a:rPr sz="525" b="0" i="0">
                <a:solidFill>
                  <a:srgbClr val="7A869B"/>
                </a:solidFill>
                <a:latin typeface="Noto Sans KR"/>
                <a:ea typeface="Noto Sans KR"/>
                <a:cs typeface="Noto Sans KR"/>
              </a:rPr>
              <a:t>가격 알림 · 재현</a:t>
            </a:r>
          </a:p>
        </p:txBody>
      </p:sp>
      <p:sp>
        <p:nvSpPr>
          <p:cNvPr id="8" name="paper-17-text-007">
            <a:extLst xmlns:a="http://schemas.openxmlformats.org/drawingml/2006/main">
              <a:ext uri="{FF2B5EF4-FFF2-40B4-BE49-F238E27FC236}">
                <a16:creationId xmlns:a16="http://schemas.microsoft.com/office/drawing/2014/main" id="{4821CA3C-2C27-44F4-BA26-33ACAFFC6EA8}"/>
              </a:ext>
            </a:extLst>
          </p:cNvPr>
          <p:cNvSpPr>
            <a:spLocks xmlns:a="http://schemas.openxmlformats.org/drawingml/2006/main" noGrp="1"/>
          </p:cNvSpPr>
          <p:nvPr/>
        </p:nvSpPr>
        <p:spPr>
          <a:xfrm xmlns:a="http://schemas.openxmlformats.org/drawingml/2006/main">
            <a:off x="13837444" y="5117007"/>
            <a:ext cx="3217925" cy="881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10" b="0" i="0">
                <a:solidFill>
                  <a:srgbClr val="F3F4F6"/>
                </a:solidFill>
                <a:latin typeface="Noto Sans KR"/>
                <a:ea typeface="Noto Sans KR"/>
                <a:cs typeface="Noto Sans KR"/>
              </a:defRPr>
            </a:pPr>
            <a:r>
              <a:rPr sz="2210" b="0" i="0">
                <a:solidFill>
                  <a:srgbClr val="F3F4F6"/>
                </a:solidFill>
                <a:latin typeface="Noto Sans KR"/>
                <a:ea typeface="Noto Sans KR"/>
                <a:cs typeface="Noto Sans KR"/>
              </a:rPr>
              <a:t>기다릴 조건을</a:t>
            </a:r>
          </a:p>
          <a:p xmlns:a="http://schemas.openxmlformats.org/drawingml/2006/main">
            <a:pPr algn="l">
              <a:defRPr sz="2210" b="0" i="0">
                <a:solidFill>
                  <a:srgbClr val="F3F4F6"/>
                </a:solidFill>
                <a:latin typeface="Noto Sans KR"/>
                <a:ea typeface="Noto Sans KR"/>
                <a:cs typeface="Noto Sans KR"/>
              </a:defRPr>
            </a:pPr>
            <a:r>
              <a:rPr sz="2210" b="0" i="0">
                <a:solidFill>
                  <a:srgbClr val="F3F4F6"/>
                </a:solidFill>
                <a:latin typeface="Noto Sans KR"/>
                <a:ea typeface="Noto Sans KR"/>
                <a:cs typeface="Noto Sans KR"/>
              </a:rPr>
              <a:t>남겨 둡니다.</a:t>
            </a:r>
          </a:p>
        </p:txBody>
      </p:sp>
      <p:sp>
        <p:nvSpPr>
          <p:cNvPr id="9" name="paper-17-text-008">
            <a:extLst xmlns:a="http://schemas.openxmlformats.org/drawingml/2006/main">
              <a:ext uri="{FF2B5EF4-FFF2-40B4-BE49-F238E27FC236}">
                <a16:creationId xmlns:a16="http://schemas.microsoft.com/office/drawing/2014/main" id="{4C83073D-8661-452F-B5AB-18C792F69ADD}"/>
              </a:ext>
            </a:extLst>
          </p:cNvPr>
          <p:cNvSpPr>
            <a:spLocks xmlns:a="http://schemas.openxmlformats.org/drawingml/2006/main" noGrp="1"/>
          </p:cNvSpPr>
          <p:nvPr/>
        </p:nvSpPr>
        <p:spPr>
          <a:xfrm xmlns:a="http://schemas.openxmlformats.org/drawingml/2006/main">
            <a:off x="13999369" y="5840016"/>
            <a:ext cx="223670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3C526E"/>
                </a:solidFill>
                <a:latin typeface="Noto Sans KR"/>
                <a:ea typeface="Noto Sans KR"/>
                <a:cs typeface="Noto Sans KR"/>
              </a:defRPr>
            </a:pPr>
            <a:r>
              <a:rPr sz="1425" b="0" i="0">
                <a:solidFill>
                  <a:srgbClr val="3C526E"/>
                </a:solidFill>
                <a:latin typeface="Noto Sans KR"/>
                <a:ea typeface="Noto Sans KR"/>
                <a:cs typeface="Noto Sans KR"/>
              </a:rPr>
              <a:t>SK하이닉스 · 1,868,000원</a:t>
            </a:r>
          </a:p>
        </p:txBody>
      </p:sp>
      <p:sp>
        <p:nvSpPr>
          <p:cNvPr id="10" name="paper-17-text-009">
            <a:extLst xmlns:a="http://schemas.openxmlformats.org/drawingml/2006/main">
              <a:ext uri="{FF2B5EF4-FFF2-40B4-BE49-F238E27FC236}">
                <a16:creationId xmlns:a16="http://schemas.microsoft.com/office/drawing/2014/main" id="{7E03437E-1B38-451A-BF43-10D16A602D55}"/>
              </a:ext>
            </a:extLst>
          </p:cNvPr>
          <p:cNvSpPr>
            <a:spLocks xmlns:a="http://schemas.openxmlformats.org/drawingml/2006/main" noGrp="1"/>
          </p:cNvSpPr>
          <p:nvPr/>
        </p:nvSpPr>
        <p:spPr>
          <a:xfrm xmlns:a="http://schemas.openxmlformats.org/drawingml/2006/main">
            <a:off x="13967520" y="6184999"/>
            <a:ext cx="482947" cy="1653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687695"/>
                </a:solidFill>
                <a:latin typeface="Noto Sans KR"/>
                <a:ea typeface="Noto Sans KR"/>
                <a:cs typeface="Noto Sans KR"/>
              </a:defRPr>
            </a:pPr>
            <a:r>
              <a:rPr sz="525" b="0" i="0">
                <a:solidFill>
                  <a:srgbClr val="687695"/>
                </a:solidFill>
                <a:latin typeface="Noto Sans KR"/>
                <a:ea typeface="Noto Sans KR"/>
                <a:cs typeface="Noto Sans KR"/>
              </a:rPr>
              <a:t>알림 ON · 설정 재현</a:t>
            </a:r>
          </a:p>
        </p:txBody>
      </p:sp>
      <p:sp>
        <p:nvSpPr>
          <p:cNvPr id="11" name="paper-17-text-010">
            <a:extLst xmlns:a="http://schemas.openxmlformats.org/drawingml/2006/main">
              <a:ext uri="{FF2B5EF4-FFF2-40B4-BE49-F238E27FC236}">
                <a16:creationId xmlns:a16="http://schemas.microsoft.com/office/drawing/2014/main" id="{7F084828-10AA-48F3-98B2-4B78F1880FB8}"/>
              </a:ext>
            </a:extLst>
          </p:cNvPr>
          <p:cNvSpPr>
            <a:spLocks xmlns:a="http://schemas.openxmlformats.org/drawingml/2006/main" noGrp="1"/>
          </p:cNvSpPr>
          <p:nvPr/>
        </p:nvSpPr>
        <p:spPr>
          <a:xfrm xmlns:a="http://schemas.openxmlformats.org/drawingml/2006/main">
            <a:off x="13837444" y="6367463"/>
            <a:ext cx="329803"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8791A2"/>
                </a:solidFill>
                <a:latin typeface="Noto Sans KR"/>
                <a:ea typeface="Noto Sans KR"/>
                <a:cs typeface="Noto Sans KR"/>
              </a:defRPr>
            </a:pPr>
            <a:r>
              <a:rPr sz="525" b="0" i="0">
                <a:solidFill>
                  <a:srgbClr val="8791A2"/>
                </a:solidFill>
                <a:latin typeface="Noto Sans KR"/>
                <a:ea typeface="Noto Sans KR"/>
                <a:cs typeface="Noto Sans KR"/>
              </a:rPr>
              <a:t>시간 경과</a:t>
            </a:r>
          </a:p>
        </p:txBody>
      </p:sp>
      <p:sp>
        <p:nvSpPr>
          <p:cNvPr id="12" name="paper-17-text-011">
            <a:extLst xmlns:a="http://schemas.openxmlformats.org/drawingml/2006/main">
              <a:ext uri="{FF2B5EF4-FFF2-40B4-BE49-F238E27FC236}">
                <a16:creationId xmlns:a16="http://schemas.microsoft.com/office/drawing/2014/main" id="{A9376B6E-29C2-48F3-8F7A-8A7E700C55DC}"/>
              </a:ext>
            </a:extLst>
          </p:cNvPr>
          <p:cNvSpPr>
            <a:spLocks xmlns:a="http://schemas.openxmlformats.org/drawingml/2006/main" noGrp="1"/>
          </p:cNvSpPr>
          <p:nvPr/>
        </p:nvSpPr>
        <p:spPr>
          <a:xfrm xmlns:a="http://schemas.openxmlformats.org/drawingml/2006/main">
            <a:off x="13924657" y="6820198"/>
            <a:ext cx="288006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929CB0"/>
                </a:solidFill>
                <a:latin typeface="Noto Sans KR"/>
                <a:ea typeface="Noto Sans KR"/>
                <a:cs typeface="Noto Sans KR"/>
              </a:defRPr>
            </a:pPr>
            <a:r>
              <a:rPr sz="975" b="0" i="0">
                <a:solidFill>
                  <a:srgbClr val="929CB0"/>
                </a:solidFill>
                <a:latin typeface="Noto Sans KR"/>
                <a:ea typeface="Noto Sans KR"/>
                <a:cs typeface="Noto Sans KR"/>
              </a:rPr>
              <a:t>푸시 예시</a:t>
            </a:r>
          </a:p>
        </p:txBody>
      </p:sp>
      <p:sp>
        <p:nvSpPr>
          <p:cNvPr id="13" name="paper-17-text-012">
            <a:extLst xmlns:a="http://schemas.openxmlformats.org/drawingml/2006/main">
              <a:ext uri="{FF2B5EF4-FFF2-40B4-BE49-F238E27FC236}">
                <a16:creationId xmlns:a16="http://schemas.microsoft.com/office/drawing/2014/main" id="{D77E46C5-3080-487E-8CA2-17342127BFEA}"/>
              </a:ext>
            </a:extLst>
          </p:cNvPr>
          <p:cNvSpPr>
            <a:spLocks xmlns:a="http://schemas.openxmlformats.org/drawingml/2006/main" noGrp="1"/>
          </p:cNvSpPr>
          <p:nvPr/>
        </p:nvSpPr>
        <p:spPr>
          <a:xfrm xmlns:a="http://schemas.openxmlformats.org/drawingml/2006/main">
            <a:off x="13924657" y="6936581"/>
            <a:ext cx="2941022"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i="0">
                <a:solidFill>
                  <a:srgbClr val="F3F4F6"/>
                </a:solidFill>
                <a:latin typeface="Noto Sans KR"/>
                <a:ea typeface="Noto Sans KR"/>
                <a:cs typeface="Noto Sans KR"/>
              </a:defRPr>
            </a:pPr>
            <a:r>
              <a:rPr sz="1575" b="0" i="0">
                <a:solidFill>
                  <a:srgbClr val="F3F4F6"/>
                </a:solidFill>
                <a:latin typeface="Noto Sans KR"/>
                <a:ea typeface="Noto Sans KR"/>
                <a:cs typeface="Noto Sans KR"/>
              </a:rPr>
              <a:t>설정한 가격에 도달했어요</a:t>
            </a:r>
          </a:p>
        </p:txBody>
      </p:sp>
      <p:sp>
        <p:nvSpPr>
          <p:cNvPr id="14" name="paper-17-text-013">
            <a:extLst xmlns:a="http://schemas.openxmlformats.org/drawingml/2006/main">
              <a:ext uri="{FF2B5EF4-FFF2-40B4-BE49-F238E27FC236}">
                <a16:creationId xmlns:a16="http://schemas.microsoft.com/office/drawing/2014/main" id="{7237CCFF-C422-4F49-BC4C-C6CAE6DB08E2}"/>
              </a:ext>
            </a:extLst>
          </p:cNvPr>
          <p:cNvSpPr>
            <a:spLocks xmlns:a="http://schemas.openxmlformats.org/drawingml/2006/main" noGrp="1"/>
          </p:cNvSpPr>
          <p:nvPr/>
        </p:nvSpPr>
        <p:spPr>
          <a:xfrm xmlns:a="http://schemas.openxmlformats.org/drawingml/2006/main">
            <a:off x="13924657" y="7111901"/>
            <a:ext cx="2895302" cy="2524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7A879D"/>
                </a:solidFill>
                <a:latin typeface="Noto Sans KR"/>
                <a:ea typeface="Noto Sans KR"/>
                <a:cs typeface="Noto Sans KR"/>
              </a:defRPr>
            </a:pPr>
            <a:r>
              <a:rPr sz="1125" b="0" i="0">
                <a:solidFill>
                  <a:srgbClr val="7A879D"/>
                </a:solidFill>
                <a:latin typeface="Noto Sans KR"/>
                <a:ea typeface="Noto Sans KR"/>
                <a:cs typeface="Noto Sans KR"/>
              </a:rPr>
              <a:t>조건을 확인하고 판단을 이어갑니다.</a:t>
            </a:r>
          </a:p>
        </p:txBody>
      </p:sp>
      <p:sp>
        <p:nvSpPr>
          <p:cNvPr id="15" name="paper-17-text-014">
            <a:extLst xmlns:a="http://schemas.openxmlformats.org/drawingml/2006/main">
              <a:ext uri="{FF2B5EF4-FFF2-40B4-BE49-F238E27FC236}">
                <a16:creationId xmlns:a16="http://schemas.microsoft.com/office/drawing/2014/main" id="{89F832AB-A36C-4B7E-9D21-E58122E14B68}"/>
              </a:ext>
            </a:extLst>
          </p:cNvPr>
          <p:cNvSpPr>
            <a:spLocks xmlns:a="http://schemas.openxmlformats.org/drawingml/2006/main" noGrp="1"/>
          </p:cNvSpPr>
          <p:nvPr/>
        </p:nvSpPr>
        <p:spPr>
          <a:xfrm xmlns:a="http://schemas.openxmlformats.org/drawingml/2006/main">
            <a:off x="6695777" y="5216277"/>
            <a:ext cx="319088"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526078"/>
                </a:solidFill>
                <a:latin typeface="Noto Sans KR"/>
                <a:ea typeface="Noto Sans KR"/>
                <a:cs typeface="Noto Sans KR"/>
              </a:defRPr>
            </a:pPr>
            <a:r>
              <a:rPr sz="525" b="0" i="0">
                <a:solidFill>
                  <a:srgbClr val="526078"/>
                </a:solidFill>
                <a:latin typeface="Noto Sans KR"/>
                <a:ea typeface="Noto Sans KR"/>
                <a:cs typeface="Noto Sans KR"/>
              </a:rPr>
              <a:t>투자 검토 노트</a:t>
            </a:r>
          </a:p>
        </p:txBody>
      </p:sp>
      <p:sp>
        <p:nvSpPr>
          <p:cNvPr id="16" name="paper-17-text-015">
            <a:extLst xmlns:a="http://schemas.openxmlformats.org/drawingml/2006/main">
              <a:ext uri="{FF2B5EF4-FFF2-40B4-BE49-F238E27FC236}">
                <a16:creationId xmlns:a16="http://schemas.microsoft.com/office/drawing/2014/main" id="{C69F5142-5BFC-414F-BB1D-2FF9AB3D0E0B}"/>
              </a:ext>
            </a:extLst>
          </p:cNvPr>
          <p:cNvSpPr>
            <a:spLocks xmlns:a="http://schemas.openxmlformats.org/drawingml/2006/main" noGrp="1"/>
          </p:cNvSpPr>
          <p:nvPr/>
        </p:nvSpPr>
        <p:spPr>
          <a:xfrm xmlns:a="http://schemas.openxmlformats.org/drawingml/2006/main">
            <a:off x="7680722" y="5289798"/>
            <a:ext cx="171152"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405B9D"/>
                </a:solidFill>
                <a:latin typeface="Noto Sans KR"/>
                <a:ea typeface="Noto Sans KR"/>
                <a:cs typeface="Noto Sans KR"/>
              </a:defRPr>
            </a:pPr>
            <a:r>
              <a:rPr sz="525" b="0" i="0">
                <a:solidFill>
                  <a:srgbClr val="405B9D"/>
                </a:solidFill>
                <a:latin typeface="Noto Sans KR"/>
                <a:ea typeface="Noto Sans KR"/>
                <a:cs typeface="Noto Sans KR"/>
              </a:rPr>
              <a:t>예시 PDF</a:t>
            </a:r>
          </a:p>
        </p:txBody>
      </p:sp>
      <p:sp>
        <p:nvSpPr>
          <p:cNvPr id="17" name="paper-17-text-016">
            <a:extLst xmlns:a="http://schemas.openxmlformats.org/drawingml/2006/main">
              <a:ext uri="{FF2B5EF4-FFF2-40B4-BE49-F238E27FC236}">
                <a16:creationId xmlns:a16="http://schemas.microsoft.com/office/drawing/2014/main" id="{79D4DFE8-0072-4878-8DB3-8C4130E7CBA9}"/>
              </a:ext>
            </a:extLst>
          </p:cNvPr>
          <p:cNvSpPr>
            <a:spLocks xmlns:a="http://schemas.openxmlformats.org/drawingml/2006/main" noGrp="1"/>
          </p:cNvSpPr>
          <p:nvPr/>
        </p:nvSpPr>
        <p:spPr>
          <a:xfrm xmlns:a="http://schemas.openxmlformats.org/drawingml/2006/main">
            <a:off x="7869287" y="5305127"/>
            <a:ext cx="180826"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405B9D"/>
                </a:solidFill>
                <a:latin typeface="Noto Sans KR"/>
                <a:ea typeface="Noto Sans KR"/>
                <a:cs typeface="Noto Sans KR"/>
              </a:defRPr>
            </a:pPr>
            <a:r>
              <a:rPr sz="525" b="0" i="0">
                <a:solidFill>
                  <a:srgbClr val="405B9D"/>
                </a:solidFill>
                <a:latin typeface="Noto Sans KR"/>
                <a:ea typeface="Noto Sans KR"/>
                <a:cs typeface="Noto Sans KR"/>
              </a:rPr>
              <a:t>예시 Word</a:t>
            </a:r>
          </a:p>
        </p:txBody>
      </p:sp>
      <p:sp>
        <p:nvSpPr>
          <p:cNvPr id="18" name="paper-17-text-017">
            <a:extLst xmlns:a="http://schemas.openxmlformats.org/drawingml/2006/main">
              <a:ext uri="{FF2B5EF4-FFF2-40B4-BE49-F238E27FC236}">
                <a16:creationId xmlns:a16="http://schemas.microsoft.com/office/drawing/2014/main" id="{1E5CD642-4A73-441A-9D46-CE9779DD36B0}"/>
              </a:ext>
            </a:extLst>
          </p:cNvPr>
          <p:cNvSpPr>
            <a:spLocks xmlns:a="http://schemas.openxmlformats.org/drawingml/2006/main" noGrp="1"/>
          </p:cNvSpPr>
          <p:nvPr/>
        </p:nvSpPr>
        <p:spPr>
          <a:xfrm xmlns:a="http://schemas.openxmlformats.org/drawingml/2006/main">
            <a:off x="6758583" y="6932861"/>
            <a:ext cx="12306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8" b="0" i="0">
                <a:solidFill>
                  <a:srgbClr val="596A87"/>
                </a:solidFill>
                <a:latin typeface="Noto Sans KR"/>
                <a:ea typeface="Noto Sans KR"/>
                <a:cs typeface="Noto Sans KR"/>
              </a:defRPr>
            </a:pPr>
            <a:r>
              <a:rPr sz="588" b="0" i="0">
                <a:solidFill>
                  <a:srgbClr val="596A87"/>
                </a:solidFill>
                <a:latin typeface="Noto Sans KR"/>
                <a:ea typeface="Noto Sans KR"/>
                <a:cs typeface="Noto Sans KR"/>
              </a:rPr>
              <a:t>관찰 조건을 확인하고, 근거가 없으면 판단을 보류합니다.</a:t>
            </a:r>
          </a:p>
        </p:txBody>
      </p:sp>
      <p:sp>
        <p:nvSpPr>
          <p:cNvPr id="19" name="paper-17-text-018">
            <a:extLst xmlns:a="http://schemas.openxmlformats.org/drawingml/2006/main">
              <a:ext uri="{FF2B5EF4-FFF2-40B4-BE49-F238E27FC236}">
                <a16:creationId xmlns:a16="http://schemas.microsoft.com/office/drawing/2014/main" id="{859B13A9-2085-4C72-A180-FD23B834A8B3}"/>
              </a:ext>
            </a:extLst>
          </p:cNvPr>
          <p:cNvSpPr>
            <a:spLocks xmlns:a="http://schemas.openxmlformats.org/drawingml/2006/main" noGrp="1"/>
          </p:cNvSpPr>
          <p:nvPr/>
        </p:nvSpPr>
        <p:spPr>
          <a:xfrm xmlns:a="http://schemas.openxmlformats.org/drawingml/2006/main">
            <a:off x="6685806" y="7104311"/>
            <a:ext cx="53399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949BA8"/>
                </a:solidFill>
                <a:latin typeface="Noto Sans KR"/>
                <a:ea typeface="Noto Sans KR"/>
                <a:cs typeface="Noto Sans KR"/>
              </a:defRPr>
            </a:pPr>
            <a:r>
              <a:rPr sz="525" b="0" i="0">
                <a:solidFill>
                  <a:srgbClr val="949BA8"/>
                </a:solidFill>
                <a:latin typeface="Noto Sans KR"/>
                <a:ea typeface="Noto Sans KR"/>
                <a:cs typeface="Noto Sans KR"/>
              </a:rPr>
              <a:t>실제 Word 캡처 · 가상 DEMO-A · 구간 편집 · 무음</a:t>
            </a:r>
          </a:p>
        </p:txBody>
      </p:sp>
      <p:sp>
        <p:nvSpPr>
          <p:cNvPr id="20" name="paper-17-text-019">
            <a:extLst xmlns:a="http://schemas.openxmlformats.org/drawingml/2006/main">
              <a:ext uri="{FF2B5EF4-FFF2-40B4-BE49-F238E27FC236}">
                <a16:creationId xmlns:a16="http://schemas.microsoft.com/office/drawing/2014/main" id="{4237DBED-697E-4157-BD05-08F42CAD384C}"/>
              </a:ext>
            </a:extLst>
          </p:cNvPr>
          <p:cNvSpPr>
            <a:spLocks xmlns:a="http://schemas.openxmlformats.org/drawingml/2006/main" noGrp="1"/>
          </p:cNvSpPr>
          <p:nvPr/>
        </p:nvSpPr>
        <p:spPr>
          <a:xfrm xmlns:a="http://schemas.openxmlformats.org/drawingml/2006/main">
            <a:off x="12699504" y="5477768"/>
            <a:ext cx="253603"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7A869B"/>
                </a:solidFill>
                <a:latin typeface="Noto Sans KR"/>
                <a:ea typeface="Noto Sans KR"/>
                <a:cs typeface="Noto Sans KR"/>
              </a:defRPr>
            </a:pPr>
            <a:r>
              <a:rPr sz="525" b="0" i="0">
                <a:solidFill>
                  <a:srgbClr val="7A869B"/>
                </a:solidFill>
                <a:latin typeface="Noto Sans KR"/>
                <a:ea typeface="Noto Sans KR"/>
                <a:cs typeface="Noto Sans KR"/>
              </a:rPr>
              <a:t>가격 알림 · 재현</a:t>
            </a:r>
          </a:p>
        </p:txBody>
      </p:sp>
      <p:sp>
        <p:nvSpPr>
          <p:cNvPr id="21" name="paper-17-text-020">
            <a:extLst xmlns:a="http://schemas.openxmlformats.org/drawingml/2006/main">
              <a:ext uri="{FF2B5EF4-FFF2-40B4-BE49-F238E27FC236}">
                <a16:creationId xmlns:a16="http://schemas.microsoft.com/office/drawing/2014/main" id="{E6B32E0A-18F1-43C7-AD6B-7D56DE41DC65}"/>
              </a:ext>
            </a:extLst>
          </p:cNvPr>
          <p:cNvSpPr>
            <a:spLocks xmlns:a="http://schemas.openxmlformats.org/drawingml/2006/main" noGrp="1"/>
          </p:cNvSpPr>
          <p:nvPr/>
        </p:nvSpPr>
        <p:spPr>
          <a:xfrm xmlns:a="http://schemas.openxmlformats.org/drawingml/2006/main">
            <a:off x="12699504" y="5522416"/>
            <a:ext cx="1697210" cy="5101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39" b="0" i="0">
                <a:solidFill>
                  <a:srgbClr val="F3F4F6"/>
                </a:solidFill>
                <a:latin typeface="Noto Sans KR"/>
                <a:ea typeface="Noto Sans KR"/>
                <a:cs typeface="Noto Sans KR"/>
              </a:defRPr>
            </a:pPr>
            <a:r>
              <a:rPr sz="1239" b="0" i="0">
                <a:solidFill>
                  <a:srgbClr val="F3F4F6"/>
                </a:solidFill>
                <a:latin typeface="Noto Sans KR"/>
                <a:ea typeface="Noto Sans KR"/>
                <a:cs typeface="Noto Sans KR"/>
              </a:rPr>
              <a:t>기다릴 조건을</a:t>
            </a:r>
          </a:p>
          <a:p xmlns:a="http://schemas.openxmlformats.org/drawingml/2006/main">
            <a:pPr algn="l">
              <a:defRPr sz="1239" b="0" i="0">
                <a:solidFill>
                  <a:srgbClr val="F3F4F6"/>
                </a:solidFill>
                <a:latin typeface="Noto Sans KR"/>
                <a:ea typeface="Noto Sans KR"/>
                <a:cs typeface="Noto Sans KR"/>
              </a:defRPr>
            </a:pPr>
            <a:r>
              <a:rPr sz="1239" b="0" i="0">
                <a:solidFill>
                  <a:srgbClr val="F3F4F6"/>
                </a:solidFill>
                <a:latin typeface="Noto Sans KR"/>
                <a:ea typeface="Noto Sans KR"/>
                <a:cs typeface="Noto Sans KR"/>
              </a:rPr>
              <a:t>남겨 둡니다.</a:t>
            </a:r>
          </a:p>
        </p:txBody>
      </p:sp>
      <p:sp>
        <p:nvSpPr>
          <p:cNvPr id="22" name="paper-17-text-021">
            <a:extLst xmlns:a="http://schemas.openxmlformats.org/drawingml/2006/main">
              <a:ext uri="{FF2B5EF4-FFF2-40B4-BE49-F238E27FC236}">
                <a16:creationId xmlns:a16="http://schemas.microsoft.com/office/drawing/2014/main" id="{E4CABAAC-48FC-4C38-9B6B-5B51CE59C297}"/>
              </a:ext>
            </a:extLst>
          </p:cNvPr>
          <p:cNvSpPr>
            <a:spLocks xmlns:a="http://schemas.openxmlformats.org/drawingml/2006/main" noGrp="1"/>
          </p:cNvSpPr>
          <p:nvPr/>
        </p:nvSpPr>
        <p:spPr>
          <a:xfrm xmlns:a="http://schemas.openxmlformats.org/drawingml/2006/main">
            <a:off x="12822138" y="5948511"/>
            <a:ext cx="123459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76" b="0" i="0">
                <a:solidFill>
                  <a:srgbClr val="3C526E"/>
                </a:solidFill>
                <a:latin typeface="Noto Sans KR"/>
                <a:ea typeface="Noto Sans KR"/>
                <a:cs typeface="Noto Sans KR"/>
              </a:defRPr>
            </a:pPr>
            <a:r>
              <a:rPr sz="776" b="0" i="0">
                <a:solidFill>
                  <a:srgbClr val="3C526E"/>
                </a:solidFill>
                <a:latin typeface="Noto Sans KR"/>
                <a:ea typeface="Noto Sans KR"/>
                <a:cs typeface="Noto Sans KR"/>
              </a:rPr>
              <a:t>SK하이닉스 · 1,868,000원</a:t>
            </a:r>
          </a:p>
        </p:txBody>
      </p:sp>
      <p:sp>
        <p:nvSpPr>
          <p:cNvPr id="23" name="paper-17-text-022">
            <a:extLst xmlns:a="http://schemas.openxmlformats.org/drawingml/2006/main">
              <a:ext uri="{FF2B5EF4-FFF2-40B4-BE49-F238E27FC236}">
                <a16:creationId xmlns:a16="http://schemas.microsoft.com/office/drawing/2014/main" id="{C0387018-2622-4996-B8D9-BE49F630852C}"/>
              </a:ext>
            </a:extLst>
          </p:cNvPr>
          <p:cNvSpPr>
            <a:spLocks xmlns:a="http://schemas.openxmlformats.org/drawingml/2006/main" noGrp="1"/>
          </p:cNvSpPr>
          <p:nvPr/>
        </p:nvSpPr>
        <p:spPr>
          <a:xfrm xmlns:a="http://schemas.openxmlformats.org/drawingml/2006/main">
            <a:off x="12773918" y="6156871"/>
            <a:ext cx="368796" cy="132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687695"/>
                </a:solidFill>
                <a:latin typeface="Noto Sans KR"/>
                <a:ea typeface="Noto Sans KR"/>
                <a:cs typeface="Noto Sans KR"/>
              </a:defRPr>
            </a:pPr>
            <a:r>
              <a:rPr sz="525" b="0" i="0">
                <a:solidFill>
                  <a:srgbClr val="687695"/>
                </a:solidFill>
                <a:latin typeface="Noto Sans KR"/>
                <a:ea typeface="Noto Sans KR"/>
                <a:cs typeface="Noto Sans KR"/>
              </a:rPr>
              <a:t>알림 ON · 설정 재현</a:t>
            </a:r>
          </a:p>
        </p:txBody>
      </p:sp>
      <p:sp>
        <p:nvSpPr>
          <p:cNvPr id="24" name="paper-17-text-023">
            <a:extLst xmlns:a="http://schemas.openxmlformats.org/drawingml/2006/main">
              <a:ext uri="{FF2B5EF4-FFF2-40B4-BE49-F238E27FC236}">
                <a16:creationId xmlns:a16="http://schemas.microsoft.com/office/drawing/2014/main" id="{54259F7B-A8C4-43BF-B9CD-8556B6CA491D}"/>
              </a:ext>
            </a:extLst>
          </p:cNvPr>
          <p:cNvSpPr>
            <a:spLocks xmlns:a="http://schemas.openxmlformats.org/drawingml/2006/main" noGrp="1"/>
          </p:cNvSpPr>
          <p:nvPr/>
        </p:nvSpPr>
        <p:spPr>
          <a:xfrm xmlns:a="http://schemas.openxmlformats.org/drawingml/2006/main">
            <a:off x="12699504" y="6276231"/>
            <a:ext cx="237232"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8791A2"/>
                </a:solidFill>
                <a:latin typeface="Noto Sans KR"/>
                <a:ea typeface="Noto Sans KR"/>
                <a:cs typeface="Noto Sans KR"/>
              </a:defRPr>
            </a:pPr>
            <a:r>
              <a:rPr sz="525" b="0" i="0">
                <a:solidFill>
                  <a:srgbClr val="8791A2"/>
                </a:solidFill>
                <a:latin typeface="Noto Sans KR"/>
                <a:ea typeface="Noto Sans KR"/>
                <a:cs typeface="Noto Sans KR"/>
              </a:rPr>
              <a:t>시간 경과</a:t>
            </a:r>
          </a:p>
        </p:txBody>
      </p:sp>
      <p:sp>
        <p:nvSpPr>
          <p:cNvPr id="25" name="paper-17-text-024">
            <a:extLst xmlns:a="http://schemas.openxmlformats.org/drawingml/2006/main">
              <a:ext uri="{FF2B5EF4-FFF2-40B4-BE49-F238E27FC236}">
                <a16:creationId xmlns:a16="http://schemas.microsoft.com/office/drawing/2014/main" id="{3DD7BBB3-FC74-4A68-BFFE-A5B4C48E1176}"/>
              </a:ext>
            </a:extLst>
          </p:cNvPr>
          <p:cNvSpPr>
            <a:spLocks xmlns:a="http://schemas.openxmlformats.org/drawingml/2006/main" noGrp="1"/>
          </p:cNvSpPr>
          <p:nvPr/>
        </p:nvSpPr>
        <p:spPr>
          <a:xfrm xmlns:a="http://schemas.openxmlformats.org/drawingml/2006/main">
            <a:off x="12753677" y="6573887"/>
            <a:ext cx="155696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6" b="0" i="0">
                <a:solidFill>
                  <a:srgbClr val="929CB0"/>
                </a:solidFill>
                <a:latin typeface="Noto Sans KR"/>
                <a:ea typeface="Noto Sans KR"/>
                <a:cs typeface="Noto Sans KR"/>
              </a:defRPr>
            </a:pPr>
            <a:r>
              <a:rPr sz="906" b="0" i="0">
                <a:solidFill>
                  <a:srgbClr val="929CB0"/>
                </a:solidFill>
                <a:latin typeface="Noto Sans KR"/>
                <a:ea typeface="Noto Sans KR"/>
                <a:cs typeface="Noto Sans KR"/>
              </a:rPr>
              <a:t>푸시 예시</a:t>
            </a:r>
          </a:p>
        </p:txBody>
      </p:sp>
      <p:sp>
        <p:nvSpPr>
          <p:cNvPr id="26" name="paper-17-text-025">
            <a:extLst xmlns:a="http://schemas.openxmlformats.org/drawingml/2006/main">
              <a:ext uri="{FF2B5EF4-FFF2-40B4-BE49-F238E27FC236}">
                <a16:creationId xmlns:a16="http://schemas.microsoft.com/office/drawing/2014/main" id="{DC265D52-76B1-4AA3-9B52-DCF885E8572E}"/>
              </a:ext>
            </a:extLst>
          </p:cNvPr>
          <p:cNvSpPr>
            <a:spLocks xmlns:a="http://schemas.openxmlformats.org/drawingml/2006/main" noGrp="1"/>
          </p:cNvSpPr>
          <p:nvPr/>
        </p:nvSpPr>
        <p:spPr>
          <a:xfrm xmlns:a="http://schemas.openxmlformats.org/drawingml/2006/main">
            <a:off x="12753677" y="6649789"/>
            <a:ext cx="156245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60" b="0" i="0">
                <a:solidFill>
                  <a:srgbClr val="F3F4F6"/>
                </a:solidFill>
                <a:latin typeface="Noto Sans KR"/>
                <a:ea typeface="Noto Sans KR"/>
                <a:cs typeface="Noto Sans KR"/>
              </a:defRPr>
            </a:pPr>
            <a:r>
              <a:rPr sz="960" b="0" i="0">
                <a:solidFill>
                  <a:srgbClr val="F3F4F6"/>
                </a:solidFill>
                <a:latin typeface="Noto Sans KR"/>
                <a:ea typeface="Noto Sans KR"/>
                <a:cs typeface="Noto Sans KR"/>
              </a:rPr>
              <a:t>설정한 가격에 도달했어요</a:t>
            </a:r>
          </a:p>
        </p:txBody>
      </p:sp>
      <p:sp>
        <p:nvSpPr>
          <p:cNvPr id="27" name="paper-17-text-026">
            <a:extLst xmlns:a="http://schemas.openxmlformats.org/drawingml/2006/main">
              <a:ext uri="{FF2B5EF4-FFF2-40B4-BE49-F238E27FC236}">
                <a16:creationId xmlns:a16="http://schemas.microsoft.com/office/drawing/2014/main" id="{CF0F7058-3C45-4F44-BCC1-61360DB002F8}"/>
              </a:ext>
            </a:extLst>
          </p:cNvPr>
          <p:cNvSpPr>
            <a:spLocks xmlns:a="http://schemas.openxmlformats.org/drawingml/2006/main" noGrp="1"/>
          </p:cNvSpPr>
          <p:nvPr/>
        </p:nvSpPr>
        <p:spPr>
          <a:xfrm xmlns:a="http://schemas.openxmlformats.org/drawingml/2006/main">
            <a:off x="12753677" y="6763941"/>
            <a:ext cx="1541115" cy="1668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76" b="0" i="0">
                <a:solidFill>
                  <a:srgbClr val="7A879D"/>
                </a:solidFill>
                <a:latin typeface="Noto Sans KR"/>
                <a:ea typeface="Noto Sans KR"/>
                <a:cs typeface="Noto Sans KR"/>
              </a:defRPr>
            </a:pPr>
            <a:r>
              <a:rPr sz="676" b="0" i="0">
                <a:solidFill>
                  <a:srgbClr val="7A879D"/>
                </a:solidFill>
                <a:latin typeface="Noto Sans KR"/>
                <a:ea typeface="Noto Sans KR"/>
                <a:cs typeface="Noto Sans KR"/>
              </a:rPr>
              <a:t>조건을 확인하고 판단을 이어갑니다.</a:t>
            </a:r>
          </a:p>
        </p:txBody>
      </p:sp>
      <p:sp>
        <p:nvSpPr>
          <p:cNvPr id="28" name="paper-17-text-027">
            <a:extLst xmlns:a="http://schemas.openxmlformats.org/drawingml/2006/main">
              <a:ext uri="{FF2B5EF4-FFF2-40B4-BE49-F238E27FC236}">
                <a16:creationId xmlns:a16="http://schemas.microsoft.com/office/drawing/2014/main" id="{1765B2BA-257A-4A1D-8F41-0666FD148B0D}"/>
              </a:ext>
            </a:extLst>
          </p:cNvPr>
          <p:cNvSpPr>
            <a:spLocks xmlns:a="http://schemas.openxmlformats.org/drawingml/2006/main" noGrp="1"/>
          </p:cNvSpPr>
          <p:nvPr/>
        </p:nvSpPr>
        <p:spPr>
          <a:xfrm xmlns:a="http://schemas.openxmlformats.org/drawingml/2006/main">
            <a:off x="7731026" y="5456634"/>
            <a:ext cx="25092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526078"/>
                </a:solidFill>
                <a:latin typeface="Noto Sans KR"/>
                <a:ea typeface="Noto Sans KR"/>
                <a:cs typeface="Noto Sans KR"/>
              </a:defRPr>
            </a:pPr>
            <a:r>
              <a:rPr sz="525" b="0" i="0">
                <a:solidFill>
                  <a:srgbClr val="526078"/>
                </a:solidFill>
                <a:latin typeface="Noto Sans KR"/>
                <a:ea typeface="Noto Sans KR"/>
                <a:cs typeface="Noto Sans KR"/>
              </a:rPr>
              <a:t>투자 검토 노트</a:t>
            </a:r>
          </a:p>
        </p:txBody>
      </p:sp>
      <p:sp>
        <p:nvSpPr>
          <p:cNvPr id="29" name="paper-17-text-028">
            <a:extLst xmlns:a="http://schemas.openxmlformats.org/drawingml/2006/main">
              <a:ext uri="{FF2B5EF4-FFF2-40B4-BE49-F238E27FC236}">
                <a16:creationId xmlns:a16="http://schemas.microsoft.com/office/drawing/2014/main" id="{0601935B-9CFC-4297-86AA-38A911A4AB56}"/>
              </a:ext>
            </a:extLst>
          </p:cNvPr>
          <p:cNvSpPr>
            <a:spLocks xmlns:a="http://schemas.openxmlformats.org/drawingml/2006/main" noGrp="1"/>
          </p:cNvSpPr>
          <p:nvPr/>
        </p:nvSpPr>
        <p:spPr>
          <a:xfrm xmlns:a="http://schemas.openxmlformats.org/drawingml/2006/main">
            <a:off x="8401050" y="5495479"/>
            <a:ext cx="207466"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405B9D"/>
                </a:solidFill>
                <a:latin typeface="Noto Sans KR"/>
                <a:ea typeface="Noto Sans KR"/>
                <a:cs typeface="Noto Sans KR"/>
              </a:defRPr>
            </a:pPr>
            <a:r>
              <a:rPr sz="525" b="0" i="0">
                <a:solidFill>
                  <a:srgbClr val="405B9D"/>
                </a:solidFill>
                <a:latin typeface="Noto Sans KR"/>
                <a:ea typeface="Noto Sans KR"/>
                <a:cs typeface="Noto Sans KR"/>
              </a:rPr>
              <a:t>예시 PDF</a:t>
            </a:r>
          </a:p>
        </p:txBody>
      </p:sp>
      <p:sp>
        <p:nvSpPr>
          <p:cNvPr id="30" name="paper-17-text-029">
            <a:extLst xmlns:a="http://schemas.openxmlformats.org/drawingml/2006/main">
              <a:ext uri="{FF2B5EF4-FFF2-40B4-BE49-F238E27FC236}">
                <a16:creationId xmlns:a16="http://schemas.microsoft.com/office/drawing/2014/main" id="{783B7460-8B53-43C9-8883-1EAE67C6CABE}"/>
              </a:ext>
            </a:extLst>
          </p:cNvPr>
          <p:cNvSpPr>
            <a:spLocks xmlns:a="http://schemas.openxmlformats.org/drawingml/2006/main" noGrp="1"/>
          </p:cNvSpPr>
          <p:nvPr/>
        </p:nvSpPr>
        <p:spPr>
          <a:xfrm xmlns:a="http://schemas.openxmlformats.org/drawingml/2006/main">
            <a:off x="8533061" y="5504259"/>
            <a:ext cx="215057"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405B9D"/>
                </a:solidFill>
                <a:latin typeface="Noto Sans KR"/>
                <a:ea typeface="Noto Sans KR"/>
                <a:cs typeface="Noto Sans KR"/>
              </a:defRPr>
            </a:pPr>
            <a:r>
              <a:rPr sz="525" b="0" i="0">
                <a:solidFill>
                  <a:srgbClr val="405B9D"/>
                </a:solidFill>
                <a:latin typeface="Noto Sans KR"/>
                <a:ea typeface="Noto Sans KR"/>
                <a:cs typeface="Noto Sans KR"/>
              </a:rPr>
              <a:t>예시 Word</a:t>
            </a:r>
          </a:p>
        </p:txBody>
      </p:sp>
      <p:sp>
        <p:nvSpPr>
          <p:cNvPr id="31" name="paper-17-text-030">
            <a:extLst xmlns:a="http://schemas.openxmlformats.org/drawingml/2006/main">
              <a:ext uri="{FF2B5EF4-FFF2-40B4-BE49-F238E27FC236}">
                <a16:creationId xmlns:a16="http://schemas.microsoft.com/office/drawing/2014/main" id="{85B6DF51-667C-40C9-8F96-1AABD0FB2328}"/>
              </a:ext>
            </a:extLst>
          </p:cNvPr>
          <p:cNvSpPr>
            <a:spLocks xmlns:a="http://schemas.openxmlformats.org/drawingml/2006/main" noGrp="1"/>
          </p:cNvSpPr>
          <p:nvPr/>
        </p:nvSpPr>
        <p:spPr>
          <a:xfrm xmlns:a="http://schemas.openxmlformats.org/drawingml/2006/main">
            <a:off x="7775377" y="6731198"/>
            <a:ext cx="85591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 b="0" i="0">
                <a:solidFill>
                  <a:srgbClr val="596A87"/>
                </a:solidFill>
                <a:latin typeface="Noto Sans KR"/>
                <a:ea typeface="Noto Sans KR"/>
                <a:cs typeface="Noto Sans KR"/>
              </a:defRPr>
            </a:pPr>
            <a:r>
              <a:rPr sz="525" b="0" i="0">
                <a:solidFill>
                  <a:srgbClr val="596A87"/>
                </a:solidFill>
                <a:latin typeface="Noto Sans KR"/>
                <a:ea typeface="Noto Sans KR"/>
                <a:cs typeface="Noto Sans KR"/>
              </a:rPr>
              <a:t>관찰 조건을 확인하고, 근거가 없으면 판단을 보류합니다.</a:t>
            </a:r>
          </a:p>
        </p:txBody>
      </p:sp>
      <p:sp>
        <p:nvSpPr>
          <p:cNvPr id="32" name="paper-17-text-031">
            <a:extLst xmlns:a="http://schemas.openxmlformats.org/drawingml/2006/main">
              <a:ext uri="{FF2B5EF4-FFF2-40B4-BE49-F238E27FC236}">
                <a16:creationId xmlns:a16="http://schemas.microsoft.com/office/drawing/2014/main" id="{5FF27F88-17CA-4214-9B9D-B48D0349527D}"/>
              </a:ext>
            </a:extLst>
          </p:cNvPr>
          <p:cNvSpPr>
            <a:spLocks xmlns:a="http://schemas.openxmlformats.org/drawingml/2006/main" noGrp="1"/>
          </p:cNvSpPr>
          <p:nvPr/>
        </p:nvSpPr>
        <p:spPr>
          <a:xfrm xmlns:a="http://schemas.openxmlformats.org/drawingml/2006/main">
            <a:off x="7724477" y="6848177"/>
            <a:ext cx="447377"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949BA8"/>
                </a:solidFill>
                <a:latin typeface="Noto Sans KR"/>
                <a:ea typeface="Noto Sans KR"/>
                <a:cs typeface="Noto Sans KR"/>
              </a:defRPr>
            </a:pPr>
            <a:r>
              <a:rPr sz="525" b="0" i="0">
                <a:solidFill>
                  <a:srgbClr val="949BA8"/>
                </a:solidFill>
                <a:latin typeface="Noto Sans KR"/>
                <a:ea typeface="Noto Sans KR"/>
                <a:cs typeface="Noto Sans KR"/>
              </a:rPr>
              <a:t>실제 Word 캡처 · 가상 DEMO-A · 구간 편집 · 무음</a:t>
            </a:r>
          </a:p>
        </p:txBody>
      </p:sp>
      <p:sp>
        <p:nvSpPr>
          <p:cNvPr id="33" name="paper-17-text-032">
            <a:extLst xmlns:a="http://schemas.openxmlformats.org/drawingml/2006/main">
              <a:ext uri="{FF2B5EF4-FFF2-40B4-BE49-F238E27FC236}">
                <a16:creationId xmlns:a16="http://schemas.microsoft.com/office/drawing/2014/main" id="{CC9CE48D-EFBE-4B9E-9978-D4672F036C73}"/>
              </a:ext>
            </a:extLst>
          </p:cNvPr>
          <p:cNvSpPr>
            <a:spLocks xmlns:a="http://schemas.openxmlformats.org/drawingml/2006/main" noGrp="1"/>
          </p:cNvSpPr>
          <p:nvPr/>
        </p:nvSpPr>
        <p:spPr>
          <a:xfrm xmlns:a="http://schemas.openxmlformats.org/drawingml/2006/main">
            <a:off x="12147798" y="5642521"/>
            <a:ext cx="26283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7A869B"/>
                </a:solidFill>
                <a:latin typeface="Noto Sans KR"/>
                <a:ea typeface="Noto Sans KR"/>
                <a:cs typeface="Noto Sans KR"/>
              </a:defRPr>
            </a:pPr>
            <a:r>
              <a:rPr sz="525" b="0" i="0">
                <a:solidFill>
                  <a:srgbClr val="7A869B"/>
                </a:solidFill>
                <a:latin typeface="Noto Sans KR"/>
                <a:ea typeface="Noto Sans KR"/>
                <a:cs typeface="Noto Sans KR"/>
              </a:rPr>
              <a:t>가격 알림 · 재현</a:t>
            </a:r>
          </a:p>
        </p:txBody>
      </p:sp>
      <p:sp>
        <p:nvSpPr>
          <p:cNvPr id="34" name="paper-17-text-033">
            <a:extLst xmlns:a="http://schemas.openxmlformats.org/drawingml/2006/main">
              <a:ext uri="{FF2B5EF4-FFF2-40B4-BE49-F238E27FC236}">
                <a16:creationId xmlns:a16="http://schemas.microsoft.com/office/drawing/2014/main" id="{B90938EC-6114-4342-8ADF-E94817D0F3B8}"/>
              </a:ext>
            </a:extLst>
          </p:cNvPr>
          <p:cNvSpPr>
            <a:spLocks xmlns:a="http://schemas.openxmlformats.org/drawingml/2006/main" noGrp="1"/>
          </p:cNvSpPr>
          <p:nvPr/>
        </p:nvSpPr>
        <p:spPr>
          <a:xfrm xmlns:a="http://schemas.openxmlformats.org/drawingml/2006/main">
            <a:off x="12147798" y="5692080"/>
            <a:ext cx="1140945" cy="364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56" b="0" i="0">
                <a:solidFill>
                  <a:srgbClr val="F3F4F6"/>
                </a:solidFill>
                <a:latin typeface="Noto Sans KR"/>
                <a:ea typeface="Noto Sans KR"/>
                <a:cs typeface="Noto Sans KR"/>
              </a:defRPr>
            </a:pPr>
            <a:r>
              <a:rPr sz="856" b="0" i="0">
                <a:solidFill>
                  <a:srgbClr val="F3F4F6"/>
                </a:solidFill>
                <a:latin typeface="Noto Sans KR"/>
                <a:ea typeface="Noto Sans KR"/>
                <a:cs typeface="Noto Sans KR"/>
              </a:rPr>
              <a:t>기다릴 조건을</a:t>
            </a:r>
          </a:p>
          <a:p xmlns:a="http://schemas.openxmlformats.org/drawingml/2006/main">
            <a:pPr algn="l">
              <a:defRPr sz="856" b="0" i="0">
                <a:solidFill>
                  <a:srgbClr val="F3F4F6"/>
                </a:solidFill>
                <a:latin typeface="Noto Sans KR"/>
                <a:ea typeface="Noto Sans KR"/>
                <a:cs typeface="Noto Sans KR"/>
              </a:defRPr>
            </a:pPr>
            <a:r>
              <a:rPr sz="856" b="0" i="0">
                <a:solidFill>
                  <a:srgbClr val="F3F4F6"/>
                </a:solidFill>
                <a:latin typeface="Noto Sans KR"/>
                <a:ea typeface="Noto Sans KR"/>
                <a:cs typeface="Noto Sans KR"/>
              </a:rPr>
              <a:t>남겨 둡니다.</a:t>
            </a:r>
          </a:p>
        </p:txBody>
      </p:sp>
      <p:sp>
        <p:nvSpPr>
          <p:cNvPr id="35" name="paper-17-text-034">
            <a:extLst xmlns:a="http://schemas.openxmlformats.org/drawingml/2006/main">
              <a:ext uri="{FF2B5EF4-FFF2-40B4-BE49-F238E27FC236}">
                <a16:creationId xmlns:a16="http://schemas.microsoft.com/office/drawing/2014/main" id="{A10CA699-2128-4F68-95A9-500672CF3544}"/>
              </a:ext>
            </a:extLst>
          </p:cNvPr>
          <p:cNvSpPr>
            <a:spLocks xmlns:a="http://schemas.openxmlformats.org/drawingml/2006/main" noGrp="1"/>
          </p:cNvSpPr>
          <p:nvPr/>
        </p:nvSpPr>
        <p:spPr>
          <a:xfrm xmlns:a="http://schemas.openxmlformats.org/drawingml/2006/main">
            <a:off x="12228909" y="5994202"/>
            <a:ext cx="85472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3C526E"/>
                </a:solidFill>
                <a:latin typeface="Noto Sans KR"/>
                <a:ea typeface="Noto Sans KR"/>
                <a:cs typeface="Noto Sans KR"/>
              </a:defRPr>
            </a:pPr>
            <a:r>
              <a:rPr sz="525" b="0" i="0">
                <a:solidFill>
                  <a:srgbClr val="3C526E"/>
                </a:solidFill>
                <a:latin typeface="Noto Sans KR"/>
                <a:ea typeface="Noto Sans KR"/>
                <a:cs typeface="Noto Sans KR"/>
              </a:rPr>
              <a:t>SK하이닉스 · 1,868,000원</a:t>
            </a:r>
          </a:p>
        </p:txBody>
      </p:sp>
      <p:sp>
        <p:nvSpPr>
          <p:cNvPr id="36" name="paper-17-text-035">
            <a:extLst xmlns:a="http://schemas.openxmlformats.org/drawingml/2006/main">
              <a:ext uri="{FF2B5EF4-FFF2-40B4-BE49-F238E27FC236}">
                <a16:creationId xmlns:a16="http://schemas.microsoft.com/office/drawing/2014/main" id="{B0349E1E-BBFF-4333-AEDC-B5381724C943}"/>
              </a:ext>
            </a:extLst>
          </p:cNvPr>
          <p:cNvSpPr>
            <a:spLocks xmlns:a="http://schemas.openxmlformats.org/drawingml/2006/main" noGrp="1"/>
          </p:cNvSpPr>
          <p:nvPr/>
        </p:nvSpPr>
        <p:spPr>
          <a:xfrm xmlns:a="http://schemas.openxmlformats.org/drawingml/2006/main">
            <a:off x="12199293" y="6143625"/>
            <a:ext cx="392311" cy="11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687695"/>
                </a:solidFill>
                <a:latin typeface="Noto Sans KR"/>
                <a:ea typeface="Noto Sans KR"/>
                <a:cs typeface="Noto Sans KR"/>
              </a:defRPr>
            </a:pPr>
            <a:r>
              <a:rPr sz="525" b="0" i="0">
                <a:solidFill>
                  <a:srgbClr val="687695"/>
                </a:solidFill>
                <a:latin typeface="Noto Sans KR"/>
                <a:ea typeface="Noto Sans KR"/>
                <a:cs typeface="Noto Sans KR"/>
              </a:rPr>
              <a:t>알림 ON · 설정 재현</a:t>
            </a:r>
          </a:p>
        </p:txBody>
      </p:sp>
      <p:sp>
        <p:nvSpPr>
          <p:cNvPr id="37" name="paper-17-text-036">
            <a:extLst xmlns:a="http://schemas.openxmlformats.org/drawingml/2006/main">
              <a:ext uri="{FF2B5EF4-FFF2-40B4-BE49-F238E27FC236}">
                <a16:creationId xmlns:a16="http://schemas.microsoft.com/office/drawing/2014/main" id="{D2D5BE5F-604D-4709-B5E4-11297D4410A0}"/>
              </a:ext>
            </a:extLst>
          </p:cNvPr>
          <p:cNvSpPr>
            <a:spLocks xmlns:a="http://schemas.openxmlformats.org/drawingml/2006/main" noGrp="1"/>
          </p:cNvSpPr>
          <p:nvPr/>
        </p:nvSpPr>
        <p:spPr>
          <a:xfrm xmlns:a="http://schemas.openxmlformats.org/drawingml/2006/main">
            <a:off x="12147798" y="6232327"/>
            <a:ext cx="199281"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8791A2"/>
                </a:solidFill>
                <a:latin typeface="Noto Sans KR"/>
                <a:ea typeface="Noto Sans KR"/>
                <a:cs typeface="Noto Sans KR"/>
              </a:defRPr>
            </a:pPr>
            <a:r>
              <a:rPr sz="525" b="0" i="0">
                <a:solidFill>
                  <a:srgbClr val="8791A2"/>
                </a:solidFill>
                <a:latin typeface="Noto Sans KR"/>
                <a:ea typeface="Noto Sans KR"/>
                <a:cs typeface="Noto Sans KR"/>
              </a:rPr>
              <a:t>시간 경과</a:t>
            </a:r>
          </a:p>
        </p:txBody>
      </p:sp>
      <p:sp>
        <p:nvSpPr>
          <p:cNvPr id="38" name="paper-17-text-037">
            <a:extLst xmlns:a="http://schemas.openxmlformats.org/drawingml/2006/main">
              <a:ext uri="{FF2B5EF4-FFF2-40B4-BE49-F238E27FC236}">
                <a16:creationId xmlns:a16="http://schemas.microsoft.com/office/drawing/2014/main" id="{C40021DC-9228-45D2-8D6D-684D8A633CBD}"/>
              </a:ext>
            </a:extLst>
          </p:cNvPr>
          <p:cNvSpPr>
            <a:spLocks xmlns:a="http://schemas.openxmlformats.org/drawingml/2006/main" noGrp="1"/>
          </p:cNvSpPr>
          <p:nvPr/>
        </p:nvSpPr>
        <p:spPr>
          <a:xfrm xmlns:a="http://schemas.openxmlformats.org/drawingml/2006/main">
            <a:off x="12188279" y="6455420"/>
            <a:ext cx="106010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51" b="0" i="0">
                <a:solidFill>
                  <a:srgbClr val="929CB0"/>
                </a:solidFill>
                <a:latin typeface="Noto Sans KR"/>
                <a:ea typeface="Noto Sans KR"/>
                <a:cs typeface="Noto Sans KR"/>
              </a:defRPr>
            </a:pPr>
            <a:r>
              <a:rPr sz="551" b="0" i="0">
                <a:solidFill>
                  <a:srgbClr val="929CB0"/>
                </a:solidFill>
                <a:latin typeface="Noto Sans KR"/>
                <a:ea typeface="Noto Sans KR"/>
                <a:cs typeface="Noto Sans KR"/>
              </a:rPr>
              <a:t>푸시 예시</a:t>
            </a:r>
          </a:p>
        </p:txBody>
      </p:sp>
      <p:sp>
        <p:nvSpPr>
          <p:cNvPr id="39" name="paper-17-text-038">
            <a:extLst xmlns:a="http://schemas.openxmlformats.org/drawingml/2006/main">
              <a:ext uri="{FF2B5EF4-FFF2-40B4-BE49-F238E27FC236}">
                <a16:creationId xmlns:a16="http://schemas.microsoft.com/office/drawing/2014/main" id="{342D01AC-FAF2-4B66-AD3E-759EACE30D38}"/>
              </a:ext>
            </a:extLst>
          </p:cNvPr>
          <p:cNvSpPr>
            <a:spLocks xmlns:a="http://schemas.openxmlformats.org/drawingml/2006/main" noGrp="1"/>
          </p:cNvSpPr>
          <p:nvPr/>
        </p:nvSpPr>
        <p:spPr>
          <a:xfrm xmlns:a="http://schemas.openxmlformats.org/drawingml/2006/main">
            <a:off x="12188279" y="6511677"/>
            <a:ext cx="1060103"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7" b="0" i="0">
                <a:solidFill>
                  <a:srgbClr val="F3F4F6"/>
                </a:solidFill>
                <a:latin typeface="Noto Sans KR"/>
                <a:ea typeface="Noto Sans KR"/>
                <a:cs typeface="Noto Sans KR"/>
              </a:defRPr>
            </a:pPr>
            <a:r>
              <a:rPr sz="637" b="0" i="0">
                <a:solidFill>
                  <a:srgbClr val="F3F4F6"/>
                </a:solidFill>
                <a:latin typeface="Noto Sans KR"/>
                <a:ea typeface="Noto Sans KR"/>
                <a:cs typeface="Noto Sans KR"/>
              </a:rPr>
              <a:t>설정한 가격에 도달했어요</a:t>
            </a:r>
          </a:p>
        </p:txBody>
      </p:sp>
      <p:sp>
        <p:nvSpPr>
          <p:cNvPr id="40" name="paper-17-text-039">
            <a:extLst xmlns:a="http://schemas.openxmlformats.org/drawingml/2006/main">
              <a:ext uri="{FF2B5EF4-FFF2-40B4-BE49-F238E27FC236}">
                <a16:creationId xmlns:a16="http://schemas.microsoft.com/office/drawing/2014/main" id="{504DC7DD-D124-4763-837E-4BE98A59EEE1}"/>
              </a:ext>
            </a:extLst>
          </p:cNvPr>
          <p:cNvSpPr>
            <a:spLocks xmlns:a="http://schemas.openxmlformats.org/drawingml/2006/main" noGrp="1"/>
          </p:cNvSpPr>
          <p:nvPr/>
        </p:nvSpPr>
        <p:spPr>
          <a:xfrm xmlns:a="http://schemas.openxmlformats.org/drawingml/2006/main">
            <a:off x="12188279" y="6596360"/>
            <a:ext cx="1060103" cy="1233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7A879D"/>
                </a:solidFill>
                <a:latin typeface="Noto Sans KR"/>
                <a:ea typeface="Noto Sans KR"/>
                <a:cs typeface="Noto Sans KR"/>
              </a:defRPr>
            </a:pPr>
            <a:r>
              <a:rPr sz="525" b="0" i="0">
                <a:solidFill>
                  <a:srgbClr val="7A879D"/>
                </a:solidFill>
                <a:latin typeface="Noto Sans KR"/>
                <a:ea typeface="Noto Sans KR"/>
                <a:cs typeface="Noto Sans KR"/>
              </a:rPr>
              <a:t>조건을 확인하고 판단을 이어갑니다.</a:t>
            </a:r>
          </a:p>
        </p:txBody>
      </p:sp>
      <p:sp>
        <p:nvSpPr>
          <p:cNvPr id="41" name="paper-17-text-040">
            <a:extLst xmlns:a="http://schemas.openxmlformats.org/drawingml/2006/main">
              <a:ext uri="{FF2B5EF4-FFF2-40B4-BE49-F238E27FC236}">
                <a16:creationId xmlns:a16="http://schemas.microsoft.com/office/drawing/2014/main" id="{06EAD0B7-8171-4ACE-BA55-73414C25EDCD}"/>
              </a:ext>
            </a:extLst>
          </p:cNvPr>
          <p:cNvSpPr>
            <a:spLocks xmlns:a="http://schemas.openxmlformats.org/drawingml/2006/main" noGrp="1"/>
          </p:cNvSpPr>
          <p:nvPr/>
        </p:nvSpPr>
        <p:spPr>
          <a:xfrm xmlns:a="http://schemas.openxmlformats.org/drawingml/2006/main">
            <a:off x="8673703" y="5437138"/>
            <a:ext cx="128290"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5B6270"/>
                </a:solidFill>
                <a:latin typeface="Daki L"/>
                <a:ea typeface="Daki L"/>
                <a:cs typeface="Daki L"/>
              </a:defRPr>
            </a:pPr>
            <a:r>
              <a:rPr sz="525" b="0" i="0">
                <a:solidFill>
                  <a:srgbClr val="5B6270"/>
                </a:solidFill>
                <a:latin typeface="Daki L"/>
                <a:ea typeface="Daki L"/>
                <a:cs typeface="Daki L"/>
              </a:rPr>
              <a:t>+</a:t>
            </a:r>
          </a:p>
        </p:txBody>
      </p:sp>
      <p:sp>
        <p:nvSpPr>
          <p:cNvPr id="42" name="paper-17-text-041">
            <a:extLst xmlns:a="http://schemas.openxmlformats.org/drawingml/2006/main">
              <a:ext uri="{FF2B5EF4-FFF2-40B4-BE49-F238E27FC236}">
                <a16:creationId xmlns:a16="http://schemas.microsoft.com/office/drawing/2014/main" id="{1EA84B33-B481-4B65-BF8B-4D522179EB6A}"/>
              </a:ext>
            </a:extLst>
          </p:cNvPr>
          <p:cNvSpPr>
            <a:spLocks xmlns:a="http://schemas.openxmlformats.org/drawingml/2006/main" noGrp="1"/>
          </p:cNvSpPr>
          <p:nvPr/>
        </p:nvSpPr>
        <p:spPr>
          <a:xfrm xmlns:a="http://schemas.openxmlformats.org/drawingml/2006/main">
            <a:off x="8756005" y="5437138"/>
            <a:ext cx="186333"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14171D"/>
                </a:solidFill>
                <a:latin typeface="Daki L"/>
                <a:ea typeface="Daki L"/>
                <a:cs typeface="Daki L"/>
              </a:defRPr>
            </a:pPr>
            <a:r>
              <a:rPr sz="525" b="0" i="0">
                <a:solidFill>
                  <a:srgbClr val="14171D"/>
                </a:solidFill>
                <a:latin typeface="Daki L"/>
                <a:ea typeface="Daki L"/>
                <a:cs typeface="Daki L"/>
              </a:rPr>
              <a:t>새 대화</a:t>
            </a:r>
          </a:p>
        </p:txBody>
      </p:sp>
      <p:sp>
        <p:nvSpPr>
          <p:cNvPr id="43" name="paper-17-text-042">
            <a:extLst xmlns:a="http://schemas.openxmlformats.org/drawingml/2006/main">
              <a:ext uri="{FF2B5EF4-FFF2-40B4-BE49-F238E27FC236}">
                <a16:creationId xmlns:a16="http://schemas.microsoft.com/office/drawing/2014/main" id="{0A1BAE4B-84D2-4492-A66E-A472CFB2F986}"/>
              </a:ext>
            </a:extLst>
          </p:cNvPr>
          <p:cNvSpPr>
            <a:spLocks xmlns:a="http://schemas.openxmlformats.org/drawingml/2006/main" noGrp="1"/>
          </p:cNvSpPr>
          <p:nvPr/>
        </p:nvSpPr>
        <p:spPr>
          <a:xfrm xmlns:a="http://schemas.openxmlformats.org/drawingml/2006/main">
            <a:off x="8673703" y="5507385"/>
            <a:ext cx="128290"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5B6270"/>
                </a:solidFill>
                <a:latin typeface="Daki L"/>
                <a:ea typeface="Daki L"/>
                <a:cs typeface="Daki L"/>
              </a:defRPr>
            </a:pPr>
            <a:r>
              <a:rPr sz="525" b="0" i="0">
                <a:solidFill>
                  <a:srgbClr val="5B6270"/>
                </a:solidFill>
                <a:latin typeface="Daki L"/>
                <a:ea typeface="Daki L"/>
                <a:cs typeface="Daki L"/>
              </a:rPr>
              <a:t>⌕</a:t>
            </a:r>
          </a:p>
        </p:txBody>
      </p:sp>
      <p:sp>
        <p:nvSpPr>
          <p:cNvPr id="44" name="paper-17-text-043">
            <a:extLst xmlns:a="http://schemas.openxmlformats.org/drawingml/2006/main">
              <a:ext uri="{FF2B5EF4-FFF2-40B4-BE49-F238E27FC236}">
                <a16:creationId xmlns:a16="http://schemas.microsoft.com/office/drawing/2014/main" id="{A6B8C17F-8CD6-47CC-8AB6-1C3A31C8F8BA}"/>
              </a:ext>
            </a:extLst>
          </p:cNvPr>
          <p:cNvSpPr>
            <a:spLocks xmlns:a="http://schemas.openxmlformats.org/drawingml/2006/main" noGrp="1"/>
          </p:cNvSpPr>
          <p:nvPr/>
        </p:nvSpPr>
        <p:spPr>
          <a:xfrm xmlns:a="http://schemas.openxmlformats.org/drawingml/2006/main">
            <a:off x="8756005" y="5507385"/>
            <a:ext cx="207913"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14171D"/>
                </a:solidFill>
                <a:latin typeface="Daki L"/>
                <a:ea typeface="Daki L"/>
                <a:cs typeface="Daki L"/>
              </a:defRPr>
            </a:pPr>
            <a:r>
              <a:rPr sz="525" b="0" i="0">
                <a:solidFill>
                  <a:srgbClr val="14171D"/>
                </a:solidFill>
                <a:latin typeface="Daki L"/>
                <a:ea typeface="Daki L"/>
                <a:cs typeface="Daki L"/>
              </a:rPr>
              <a:t>대화 검색</a:t>
            </a:r>
          </a:p>
        </p:txBody>
      </p:sp>
      <p:sp>
        <p:nvSpPr>
          <p:cNvPr id="45" name="paper-17-text-044">
            <a:extLst xmlns:a="http://schemas.openxmlformats.org/drawingml/2006/main">
              <a:ext uri="{FF2B5EF4-FFF2-40B4-BE49-F238E27FC236}">
                <a16:creationId xmlns:a16="http://schemas.microsoft.com/office/drawing/2014/main" id="{3B456529-5A26-4F0A-AF42-CDDE3B9B8F67}"/>
              </a:ext>
            </a:extLst>
          </p:cNvPr>
          <p:cNvSpPr>
            <a:spLocks xmlns:a="http://schemas.openxmlformats.org/drawingml/2006/main" noGrp="1"/>
          </p:cNvSpPr>
          <p:nvPr/>
        </p:nvSpPr>
        <p:spPr>
          <a:xfrm xmlns:a="http://schemas.openxmlformats.org/drawingml/2006/main">
            <a:off x="8711803" y="5571976"/>
            <a:ext cx="211038"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8B93A1"/>
                </a:solidFill>
                <a:latin typeface="Daki L"/>
                <a:ea typeface="Daki L"/>
                <a:cs typeface="Daki L"/>
              </a:defRPr>
            </a:pPr>
            <a:r>
              <a:rPr sz="525" b="0" i="0">
                <a:solidFill>
                  <a:srgbClr val="8B93A1"/>
                </a:solidFill>
                <a:latin typeface="Daki L"/>
                <a:ea typeface="Daki L"/>
                <a:cs typeface="Daki L"/>
              </a:rPr>
              <a:t>이력 · 모드</a:t>
            </a:r>
          </a:p>
        </p:txBody>
      </p:sp>
      <p:sp>
        <p:nvSpPr>
          <p:cNvPr id="46" name="paper-17-text-045">
            <a:extLst xmlns:a="http://schemas.openxmlformats.org/drawingml/2006/main">
              <a:ext uri="{FF2B5EF4-FFF2-40B4-BE49-F238E27FC236}">
                <a16:creationId xmlns:a16="http://schemas.microsoft.com/office/drawing/2014/main" id="{1CFF66C1-C64C-443C-81EE-50A13356E911}"/>
              </a:ext>
            </a:extLst>
          </p:cNvPr>
          <p:cNvSpPr>
            <a:spLocks xmlns:a="http://schemas.openxmlformats.org/drawingml/2006/main" noGrp="1"/>
          </p:cNvSpPr>
          <p:nvPr/>
        </p:nvSpPr>
        <p:spPr>
          <a:xfrm xmlns:a="http://schemas.openxmlformats.org/drawingml/2006/main">
            <a:off x="9099203" y="5571976"/>
            <a:ext cx="189161"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8B93A1"/>
                </a:solidFill>
                <a:latin typeface="Daki L"/>
                <a:ea typeface="Daki L"/>
                <a:cs typeface="Daki L"/>
              </a:defRPr>
            </a:pPr>
            <a:r>
              <a:rPr sz="525" b="0" i="0">
                <a:solidFill>
                  <a:srgbClr val="8B93A1"/>
                </a:solidFill>
                <a:latin typeface="Daki L"/>
                <a:ea typeface="Daki L"/>
                <a:cs typeface="Daki L"/>
              </a:rPr>
              <a:t>0개 대화</a:t>
            </a:r>
          </a:p>
        </p:txBody>
      </p:sp>
      <p:sp>
        <p:nvSpPr>
          <p:cNvPr id="47" name="paper-17-text-046">
            <a:extLst xmlns:a="http://schemas.openxmlformats.org/drawingml/2006/main">
              <a:ext uri="{FF2B5EF4-FFF2-40B4-BE49-F238E27FC236}">
                <a16:creationId xmlns:a16="http://schemas.microsoft.com/office/drawing/2014/main" id="{947F9E5F-1539-4D5A-B2F9-D12AEB6F093E}"/>
              </a:ext>
            </a:extLst>
          </p:cNvPr>
          <p:cNvSpPr>
            <a:spLocks xmlns:a="http://schemas.openxmlformats.org/drawingml/2006/main" noGrp="1"/>
          </p:cNvSpPr>
          <p:nvPr/>
        </p:nvSpPr>
        <p:spPr>
          <a:xfrm xmlns:a="http://schemas.openxmlformats.org/drawingml/2006/main">
            <a:off x="8785324" y="5647581"/>
            <a:ext cx="179040"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14171D"/>
                </a:solidFill>
                <a:latin typeface="Daki B"/>
                <a:ea typeface="Daki B"/>
                <a:cs typeface="Daki B"/>
              </a:defRPr>
            </a:pPr>
            <a:r>
              <a:rPr sz="525" b="0" i="0">
                <a:solidFill>
                  <a:srgbClr val="14171D"/>
                </a:solidFill>
                <a:latin typeface="Daki B"/>
                <a:ea typeface="Daki B"/>
                <a:cs typeface="Daki B"/>
              </a:rPr>
              <a:t>아고라</a:t>
            </a:r>
          </a:p>
        </p:txBody>
      </p:sp>
      <p:sp>
        <p:nvSpPr>
          <p:cNvPr id="48" name="paper-17-text-047">
            <a:extLst xmlns:a="http://schemas.openxmlformats.org/drawingml/2006/main">
              <a:ext uri="{FF2B5EF4-FFF2-40B4-BE49-F238E27FC236}">
                <a16:creationId xmlns:a16="http://schemas.microsoft.com/office/drawing/2014/main" id="{6B02F8FD-B689-4D4E-A3BB-C2C2D15B6E1D}"/>
              </a:ext>
            </a:extLst>
          </p:cNvPr>
          <p:cNvSpPr>
            <a:spLocks xmlns:a="http://schemas.openxmlformats.org/drawingml/2006/main" noGrp="1"/>
          </p:cNvSpPr>
          <p:nvPr/>
        </p:nvSpPr>
        <p:spPr>
          <a:xfrm xmlns:a="http://schemas.openxmlformats.org/drawingml/2006/main">
            <a:off x="8785324" y="5709196"/>
            <a:ext cx="179040"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5B6270"/>
                </a:solidFill>
                <a:latin typeface="Daki L"/>
                <a:ea typeface="Daki L"/>
                <a:cs typeface="Daki L"/>
              </a:defRPr>
            </a:pPr>
            <a:r>
              <a:rPr sz="525" b="0" i="0">
                <a:solidFill>
                  <a:srgbClr val="5B6270"/>
                </a:solidFill>
                <a:latin typeface="Daki L"/>
                <a:ea typeface="Daki L"/>
                <a:cs typeface="Daki L"/>
              </a:rPr>
              <a:t>메티스</a:t>
            </a:r>
          </a:p>
        </p:txBody>
      </p:sp>
      <p:sp>
        <p:nvSpPr>
          <p:cNvPr id="49" name="paper-17-text-048">
            <a:extLst xmlns:a="http://schemas.openxmlformats.org/drawingml/2006/main">
              <a:ext uri="{FF2B5EF4-FFF2-40B4-BE49-F238E27FC236}">
                <a16:creationId xmlns:a16="http://schemas.microsoft.com/office/drawing/2014/main" id="{3CD49D0C-A2D8-4A42-AE22-B6C1A8C792B3}"/>
              </a:ext>
            </a:extLst>
          </p:cNvPr>
          <p:cNvSpPr>
            <a:spLocks xmlns:a="http://schemas.openxmlformats.org/drawingml/2006/main" noGrp="1"/>
          </p:cNvSpPr>
          <p:nvPr/>
        </p:nvSpPr>
        <p:spPr>
          <a:xfrm xmlns:a="http://schemas.openxmlformats.org/drawingml/2006/main">
            <a:off x="8785324" y="5770959"/>
            <a:ext cx="200769"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5B6270"/>
                </a:solidFill>
                <a:latin typeface="Daki L"/>
                <a:ea typeface="Daki L"/>
                <a:cs typeface="Daki L"/>
              </a:defRPr>
            </a:pPr>
            <a:r>
              <a:rPr sz="525" b="0" i="0">
                <a:solidFill>
                  <a:srgbClr val="5B6270"/>
                </a:solidFill>
                <a:latin typeface="Daki L"/>
                <a:ea typeface="Daki L"/>
                <a:cs typeface="Daki L"/>
              </a:rPr>
              <a:t>아이기스</a:t>
            </a:r>
          </a:p>
        </p:txBody>
      </p:sp>
      <p:sp>
        <p:nvSpPr>
          <p:cNvPr id="50" name="paper-17-text-049">
            <a:extLst xmlns:a="http://schemas.openxmlformats.org/drawingml/2006/main">
              <a:ext uri="{FF2B5EF4-FFF2-40B4-BE49-F238E27FC236}">
                <a16:creationId xmlns:a16="http://schemas.microsoft.com/office/drawing/2014/main" id="{3D286E60-133B-4742-BE25-69AF0D6D766C}"/>
              </a:ext>
            </a:extLst>
          </p:cNvPr>
          <p:cNvSpPr>
            <a:spLocks xmlns:a="http://schemas.openxmlformats.org/drawingml/2006/main" noGrp="1"/>
          </p:cNvSpPr>
          <p:nvPr/>
        </p:nvSpPr>
        <p:spPr>
          <a:xfrm xmlns:a="http://schemas.openxmlformats.org/drawingml/2006/main">
            <a:off x="8785324" y="5832574"/>
            <a:ext cx="200769"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5B6270"/>
                </a:solidFill>
                <a:latin typeface="Daki L"/>
                <a:ea typeface="Daki L"/>
                <a:cs typeface="Daki L"/>
              </a:defRPr>
            </a:pPr>
            <a:r>
              <a:rPr sz="525" b="0" i="0">
                <a:solidFill>
                  <a:srgbClr val="5B6270"/>
                </a:solidFill>
                <a:latin typeface="Daki L"/>
                <a:ea typeface="Daki L"/>
                <a:cs typeface="Daki L"/>
              </a:rPr>
              <a:t>에르가네</a:t>
            </a:r>
          </a:p>
        </p:txBody>
      </p:sp>
      <p:sp>
        <p:nvSpPr>
          <p:cNvPr id="51" name="paper-17-text-050">
            <a:extLst xmlns:a="http://schemas.openxmlformats.org/drawingml/2006/main">
              <a:ext uri="{FF2B5EF4-FFF2-40B4-BE49-F238E27FC236}">
                <a16:creationId xmlns:a16="http://schemas.microsoft.com/office/drawing/2014/main" id="{C95FD883-0418-4B51-A8A0-A360891F7D0E}"/>
              </a:ext>
            </a:extLst>
          </p:cNvPr>
          <p:cNvSpPr>
            <a:spLocks xmlns:a="http://schemas.openxmlformats.org/drawingml/2006/main" noGrp="1"/>
          </p:cNvSpPr>
          <p:nvPr/>
        </p:nvSpPr>
        <p:spPr>
          <a:xfrm xmlns:a="http://schemas.openxmlformats.org/drawingml/2006/main">
            <a:off x="8785324" y="5894189"/>
            <a:ext cx="179040"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5B6270"/>
                </a:solidFill>
                <a:latin typeface="Daki L"/>
                <a:ea typeface="Daki L"/>
                <a:cs typeface="Daki L"/>
              </a:defRPr>
            </a:pPr>
            <a:r>
              <a:rPr sz="525" b="0" i="0">
                <a:solidFill>
                  <a:srgbClr val="5B6270"/>
                </a:solidFill>
                <a:latin typeface="Daki L"/>
                <a:ea typeface="Daki L"/>
                <a:cs typeface="Daki L"/>
              </a:rPr>
              <a:t>팔라스</a:t>
            </a:r>
          </a:p>
        </p:txBody>
      </p:sp>
      <p:sp>
        <p:nvSpPr>
          <p:cNvPr id="52" name="paper-17-text-051">
            <a:extLst xmlns:a="http://schemas.openxmlformats.org/drawingml/2006/main">
              <a:ext uri="{FF2B5EF4-FFF2-40B4-BE49-F238E27FC236}">
                <a16:creationId xmlns:a16="http://schemas.microsoft.com/office/drawing/2014/main" id="{15F08DDF-52A3-4170-AF1C-368832E6D203}"/>
              </a:ext>
            </a:extLst>
          </p:cNvPr>
          <p:cNvSpPr>
            <a:spLocks xmlns:a="http://schemas.openxmlformats.org/drawingml/2006/main" noGrp="1"/>
          </p:cNvSpPr>
          <p:nvPr/>
        </p:nvSpPr>
        <p:spPr>
          <a:xfrm xmlns:a="http://schemas.openxmlformats.org/drawingml/2006/main">
            <a:off x="8715375" y="5967115"/>
            <a:ext cx="569268"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8B93A1"/>
                </a:solidFill>
                <a:latin typeface="Daki L"/>
                <a:ea typeface="Daki L"/>
                <a:cs typeface="Daki L"/>
              </a:defRPr>
            </a:pPr>
            <a:r>
              <a:rPr sz="525" b="0" i="0">
                <a:solidFill>
                  <a:srgbClr val="8B93A1"/>
                </a:solidFill>
                <a:latin typeface="Daki L"/>
                <a:ea typeface="Daki L"/>
                <a:cs typeface="Daki L"/>
              </a:rPr>
              <a:t>대화 이력 없음</a:t>
            </a:r>
          </a:p>
        </p:txBody>
      </p:sp>
      <p:sp>
        <p:nvSpPr>
          <p:cNvPr id="53" name="paper-17-text-052">
            <a:extLst xmlns:a="http://schemas.openxmlformats.org/drawingml/2006/main">
              <a:ext uri="{FF2B5EF4-FFF2-40B4-BE49-F238E27FC236}">
                <a16:creationId xmlns:a16="http://schemas.microsoft.com/office/drawing/2014/main" id="{F1EF5589-0643-4D1F-A2B0-FF4DFD31A8C7}"/>
              </a:ext>
            </a:extLst>
          </p:cNvPr>
          <p:cNvSpPr>
            <a:spLocks xmlns:a="http://schemas.openxmlformats.org/drawingml/2006/main" noGrp="1"/>
          </p:cNvSpPr>
          <p:nvPr/>
        </p:nvSpPr>
        <p:spPr>
          <a:xfrm xmlns:a="http://schemas.openxmlformats.org/drawingml/2006/main">
            <a:off x="10017919" y="6097191"/>
            <a:ext cx="347216" cy="7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14171D"/>
                </a:solidFill>
                <a:latin typeface="Daki B"/>
                <a:ea typeface="Daki B"/>
                <a:cs typeface="Daki B"/>
              </a:defRPr>
            </a:pPr>
            <a:r>
              <a:rPr sz="525" b="0" i="0">
                <a:solidFill>
                  <a:srgbClr val="14171D"/>
                </a:solidFill>
                <a:latin typeface="Daki B"/>
                <a:ea typeface="Daki B"/>
                <a:cs typeface="Daki B"/>
              </a:rPr>
              <a:t>무엇이든 물어보세요</a:t>
            </a:r>
          </a:p>
        </p:txBody>
      </p:sp>
      <p:sp>
        <p:nvSpPr>
          <p:cNvPr id="54" name="paper-17-text-053">
            <a:extLst xmlns:a="http://schemas.openxmlformats.org/drawingml/2006/main">
              <a:ext uri="{FF2B5EF4-FFF2-40B4-BE49-F238E27FC236}">
                <a16:creationId xmlns:a16="http://schemas.microsoft.com/office/drawing/2014/main" id="{E7CF52C5-8432-4323-AFEA-773AE2D4C7A1}"/>
              </a:ext>
            </a:extLst>
          </p:cNvPr>
          <p:cNvSpPr>
            <a:spLocks xmlns:a="http://schemas.openxmlformats.org/drawingml/2006/main" noGrp="1"/>
          </p:cNvSpPr>
          <p:nvPr/>
        </p:nvSpPr>
        <p:spPr>
          <a:xfrm xmlns:a="http://schemas.openxmlformats.org/drawingml/2006/main">
            <a:off x="9945142" y="6145262"/>
            <a:ext cx="492919" cy="1044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5B6270"/>
                </a:solidFill>
                <a:latin typeface="Daki L"/>
                <a:ea typeface="Daki L"/>
                <a:cs typeface="Daki L"/>
              </a:defRPr>
            </a:pPr>
            <a:r>
              <a:rPr sz="525" b="0" i="0">
                <a:solidFill>
                  <a:srgbClr val="5B6270"/>
                </a:solidFill>
                <a:latin typeface="Daki L"/>
                <a:ea typeface="Daki L"/>
                <a:cs typeface="Daki L"/>
              </a:rPr>
              <a:t>질문하면 답변 카드가 이 자리에 쌓입니다.</a:t>
            </a:r>
          </a:p>
        </p:txBody>
      </p:sp>
      <p:sp>
        <p:nvSpPr>
          <p:cNvPr id="55" name="paper-17-text-054">
            <a:extLst xmlns:a="http://schemas.openxmlformats.org/drawingml/2006/main">
              <a:ext uri="{FF2B5EF4-FFF2-40B4-BE49-F238E27FC236}">
                <a16:creationId xmlns:a16="http://schemas.microsoft.com/office/drawing/2014/main" id="{E34686C3-276F-4020-B575-74AF97E6E553}"/>
              </a:ext>
            </a:extLst>
          </p:cNvPr>
          <p:cNvSpPr>
            <a:spLocks xmlns:a="http://schemas.openxmlformats.org/drawingml/2006/main" noGrp="1"/>
          </p:cNvSpPr>
          <p:nvPr/>
        </p:nvSpPr>
        <p:spPr>
          <a:xfrm xmlns:a="http://schemas.openxmlformats.org/drawingml/2006/main">
            <a:off x="11161365" y="5908625"/>
            <a:ext cx="779859"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10131A"/>
                </a:solidFill>
                <a:latin typeface="Daki L"/>
                <a:ea typeface="Daki L"/>
                <a:cs typeface="Daki L"/>
              </a:defRPr>
            </a:pPr>
            <a:r>
              <a:rPr sz="525" b="0" i="0">
                <a:solidFill>
                  <a:srgbClr val="10131A"/>
                </a:solidFill>
                <a:latin typeface="Daki L"/>
                <a:ea typeface="Daki L"/>
                <a:cs typeface="Daki L"/>
              </a:rPr>
              <a:t>새 대화</a:t>
            </a:r>
          </a:p>
        </p:txBody>
      </p:sp>
      <p:sp>
        <p:nvSpPr>
          <p:cNvPr id="56" name="paper-17-text-055">
            <a:extLst xmlns:a="http://schemas.openxmlformats.org/drawingml/2006/main">
              <a:ext uri="{FF2B5EF4-FFF2-40B4-BE49-F238E27FC236}">
                <a16:creationId xmlns:a16="http://schemas.microsoft.com/office/drawing/2014/main" id="{6AC9F246-A586-424A-83F2-88FD1E20AA72}"/>
              </a:ext>
            </a:extLst>
          </p:cNvPr>
          <p:cNvSpPr>
            <a:spLocks xmlns:a="http://schemas.openxmlformats.org/drawingml/2006/main" noGrp="1"/>
          </p:cNvSpPr>
          <p:nvPr/>
        </p:nvSpPr>
        <p:spPr>
          <a:xfrm xmlns:a="http://schemas.openxmlformats.org/drawingml/2006/main">
            <a:off x="11161365" y="5952976"/>
            <a:ext cx="779859" cy="108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10131A"/>
                </a:solidFill>
                <a:latin typeface="Daki L"/>
                <a:ea typeface="Daki L"/>
                <a:cs typeface="Daki L"/>
              </a:defRPr>
            </a:pPr>
            <a:r>
              <a:rPr sz="525" b="0" i="0">
                <a:solidFill>
                  <a:srgbClr val="10131A"/>
                </a:solidFill>
                <a:latin typeface="Daki L"/>
                <a:ea typeface="Daki L"/>
                <a:cs typeface="Daki L"/>
              </a:rPr>
              <a:t>종목·재무·공시를 물어보면</a:t>
            </a:r>
          </a:p>
          <a:p xmlns:a="http://schemas.openxmlformats.org/drawingml/2006/main">
            <a:pPr algn="ctr">
              <a:defRPr sz="525" b="0" i="0">
                <a:solidFill>
                  <a:srgbClr val="10131A"/>
                </a:solidFill>
                <a:latin typeface="Daki L"/>
                <a:ea typeface="Daki L"/>
                <a:cs typeface="Daki L"/>
              </a:defRPr>
            </a:pPr>
            <a:r>
              <a:rPr sz="525" b="0" i="0">
                <a:solidFill>
                  <a:srgbClr val="10131A"/>
                </a:solidFill>
                <a:latin typeface="Daki L"/>
                <a:ea typeface="Daki L"/>
                <a:cs typeface="Daki L"/>
              </a:rPr>
              <a:t>답이 캔버스에 카드로 쌓입니다</a:t>
            </a:r>
          </a:p>
        </p:txBody>
      </p:sp>
      <p:sp>
        <p:nvSpPr>
          <p:cNvPr id="57" name="paper-17-text-056">
            <a:extLst xmlns:a="http://schemas.openxmlformats.org/drawingml/2006/main">
              <a:ext uri="{FF2B5EF4-FFF2-40B4-BE49-F238E27FC236}">
                <a16:creationId xmlns:a16="http://schemas.microsoft.com/office/drawing/2014/main" id="{D9AC55FE-8455-40EA-896F-12154AA17C1A}"/>
              </a:ext>
            </a:extLst>
          </p:cNvPr>
          <p:cNvSpPr>
            <a:spLocks xmlns:a="http://schemas.openxmlformats.org/drawingml/2006/main" noGrp="1"/>
          </p:cNvSpPr>
          <p:nvPr/>
        </p:nvSpPr>
        <p:spPr>
          <a:xfrm xmlns:a="http://schemas.openxmlformats.org/drawingml/2006/main">
            <a:off x="11230868" y="6556474"/>
            <a:ext cx="761405" cy="750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 b="0" i="0">
                <a:solidFill>
                  <a:srgbClr val="8A8C91"/>
                </a:solidFill>
                <a:latin typeface="Daki L"/>
                <a:ea typeface="Daki L"/>
                <a:cs typeface="Daki L"/>
              </a:defRPr>
            </a:pPr>
            <a:r>
              <a:rPr sz="525" b="0" i="0">
                <a:solidFill>
                  <a:srgbClr val="8A8C91"/>
                </a:solidFill>
                <a:latin typeface="Daki L"/>
                <a:ea typeface="Daki L"/>
                <a:cs typeface="Daki L"/>
              </a:rPr>
              <a:t>무엇이든 물어보세요</a:t>
            </a:r>
          </a:p>
        </p:txBody>
      </p:sp>
      <p:sp>
        <p:nvSpPr>
          <p:cNvPr id="58" name="paper-17-text-057">
            <a:extLst xmlns:a="http://schemas.openxmlformats.org/drawingml/2006/main">
              <a:ext uri="{FF2B5EF4-FFF2-40B4-BE49-F238E27FC236}">
                <a16:creationId xmlns:a16="http://schemas.microsoft.com/office/drawing/2014/main" id="{44361653-9D83-4266-8BE3-D38EED492682}"/>
              </a:ext>
            </a:extLst>
          </p:cNvPr>
          <p:cNvSpPr>
            <a:spLocks xmlns:a="http://schemas.openxmlformats.org/drawingml/2006/main" noGrp="1"/>
          </p:cNvSpPr>
          <p:nvPr/>
        </p:nvSpPr>
        <p:spPr>
          <a:xfrm xmlns:a="http://schemas.openxmlformats.org/drawingml/2006/main">
            <a:off x="11161216" y="6625828"/>
            <a:ext cx="227558"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5B6270"/>
                </a:solidFill>
                <a:latin typeface="Daki L"/>
                <a:ea typeface="Daki L"/>
                <a:cs typeface="Daki L"/>
              </a:defRPr>
            </a:pPr>
            <a:r>
              <a:rPr sz="525" b="0" i="0">
                <a:solidFill>
                  <a:srgbClr val="5B6270"/>
                </a:solidFill>
                <a:latin typeface="Daki L"/>
                <a:ea typeface="Daki L"/>
                <a:cs typeface="Daki L"/>
              </a:rPr>
              <a:t>이 항목 질문</a:t>
            </a:r>
          </a:p>
        </p:txBody>
      </p:sp>
      <p:sp>
        <p:nvSpPr>
          <p:cNvPr id="59" name="paper-17-text-058">
            <a:extLst xmlns:a="http://schemas.openxmlformats.org/drawingml/2006/main">
              <a:ext uri="{FF2B5EF4-FFF2-40B4-BE49-F238E27FC236}">
                <a16:creationId xmlns:a16="http://schemas.microsoft.com/office/drawing/2014/main" id="{EF70D573-0E41-404D-8104-D422ADDCA67E}"/>
              </a:ext>
            </a:extLst>
          </p:cNvPr>
          <p:cNvSpPr>
            <a:spLocks xmlns:a="http://schemas.openxmlformats.org/drawingml/2006/main" noGrp="1"/>
          </p:cNvSpPr>
          <p:nvPr/>
        </p:nvSpPr>
        <p:spPr>
          <a:xfrm xmlns:a="http://schemas.openxmlformats.org/drawingml/2006/main">
            <a:off x="11639104" y="6625828"/>
            <a:ext cx="184547"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5B6270"/>
                </a:solidFill>
                <a:latin typeface="Daki L"/>
                <a:ea typeface="Daki L"/>
                <a:cs typeface="Daki L"/>
              </a:defRPr>
            </a:pPr>
            <a:r>
              <a:rPr sz="525" b="0" i="0">
                <a:solidFill>
                  <a:srgbClr val="5B6270"/>
                </a:solidFill>
                <a:latin typeface="Daki L"/>
                <a:ea typeface="Daki L"/>
                <a:cs typeface="Daki L"/>
              </a:rPr>
              <a:t>Claude</a:t>
            </a:r>
          </a:p>
        </p:txBody>
      </p:sp>
      <p:sp>
        <p:nvSpPr>
          <p:cNvPr id="60" name="paper-17-text-059">
            <a:extLst xmlns:a="http://schemas.openxmlformats.org/drawingml/2006/main">
              <a:ext uri="{FF2B5EF4-FFF2-40B4-BE49-F238E27FC236}">
                <a16:creationId xmlns:a16="http://schemas.microsoft.com/office/drawing/2014/main" id="{C9E61368-C323-4C72-BAD0-D7C634CF9836}"/>
              </a:ext>
            </a:extLst>
          </p:cNvPr>
          <p:cNvSpPr>
            <a:spLocks xmlns:a="http://schemas.openxmlformats.org/drawingml/2006/main" noGrp="1"/>
          </p:cNvSpPr>
          <p:nvPr/>
        </p:nvSpPr>
        <p:spPr>
          <a:xfrm xmlns:a="http://schemas.openxmlformats.org/drawingml/2006/main">
            <a:off x="11735098" y="6625828"/>
            <a:ext cx="154335" cy="677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525" b="0" i="0">
                <a:solidFill>
                  <a:srgbClr val="5B6270"/>
                </a:solidFill>
                <a:latin typeface="Daki L"/>
                <a:ea typeface="Daki L"/>
                <a:cs typeface="Daki L"/>
              </a:defRPr>
            </a:pPr>
            <a:r>
              <a:rPr sz="525" b="0" i="0">
                <a:solidFill>
                  <a:srgbClr val="5B6270"/>
                </a:solidFill>
                <a:latin typeface="Daki L"/>
                <a:ea typeface="Daki L"/>
                <a:cs typeface="Daki L"/>
              </a:rPr>
              <a:t>기본</a:t>
            </a:r>
          </a:p>
        </p:txBody>
      </p:sp>
      <p:sp>
        <p:nvSpPr>
          <p:cNvPr id="61" name="paper-17-text-060">
            <a:extLst xmlns:a="http://schemas.openxmlformats.org/drawingml/2006/main">
              <a:ext uri="{FF2B5EF4-FFF2-40B4-BE49-F238E27FC236}">
                <a16:creationId xmlns:a16="http://schemas.microsoft.com/office/drawing/2014/main" id="{ED4709E6-EA3C-4ED5-A510-DA92EF0CE48D}"/>
              </a:ext>
            </a:extLst>
          </p:cNvPr>
          <p:cNvSpPr>
            <a:spLocks xmlns:a="http://schemas.openxmlformats.org/drawingml/2006/main" noGrp="1"/>
          </p:cNvSpPr>
          <p:nvPr/>
        </p:nvSpPr>
        <p:spPr>
          <a:xfrm xmlns:a="http://schemas.openxmlformats.org/drawingml/2006/main">
            <a:off x="934492" y="7663309"/>
            <a:ext cx="1298823"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B2BECE"/>
                </a:solidFill>
                <a:latin typeface="Noto Sans KR"/>
                <a:ea typeface="Noto Sans KR"/>
                <a:cs typeface="Noto Sans KR"/>
              </a:defRPr>
            </a:pPr>
            <a:r>
              <a:rPr sz="1725" b="0" i="0">
                <a:solidFill>
                  <a:srgbClr val="B2BECE"/>
                </a:solidFill>
                <a:latin typeface="Noto Sans KR"/>
                <a:ea typeface="Noto Sans KR"/>
                <a:cs typeface="Noto Sans KR"/>
              </a:rPr>
              <a:t>번개트레이더 · 공식 시연 영상</a:t>
            </a:r>
          </a:p>
        </p:txBody>
      </p:sp>
      <p:sp>
        <p:nvSpPr>
          <p:cNvPr id="62" name="paper-17-text-061">
            <a:extLst xmlns:a="http://schemas.openxmlformats.org/drawingml/2006/main">
              <a:ext uri="{FF2B5EF4-FFF2-40B4-BE49-F238E27FC236}">
                <a16:creationId xmlns:a16="http://schemas.microsoft.com/office/drawing/2014/main" id="{51BC12B7-C210-4424-827F-DD37F97A49ED}"/>
              </a:ext>
            </a:extLst>
          </p:cNvPr>
          <p:cNvSpPr>
            <a:spLocks xmlns:a="http://schemas.openxmlformats.org/drawingml/2006/main" noGrp="1"/>
          </p:cNvSpPr>
          <p:nvPr/>
        </p:nvSpPr>
        <p:spPr>
          <a:xfrm xmlns:a="http://schemas.openxmlformats.org/drawingml/2006/main">
            <a:off x="847725" y="9820275"/>
            <a:ext cx="24974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92969F"/>
                </a:solidFill>
                <a:latin typeface="Noto Sans KR"/>
                <a:ea typeface="Noto Sans KR"/>
                <a:cs typeface="Noto Sans KR"/>
              </a:defRPr>
            </a:pPr>
            <a:r>
              <a:rPr sz="1050" b="0" i="0">
                <a:solidFill>
                  <a:srgbClr val="92969F"/>
                </a:solidFill>
                <a:latin typeface="Noto Sans KR"/>
                <a:ea typeface="Noto Sans KR"/>
                <a:cs typeface="Noto Sans KR"/>
              </a:rPr>
              <a:t>투자 작업을 연결하는 3D 제품 소개 콘셉트</a:t>
            </a:r>
          </a:p>
        </p:txBody>
      </p:sp>
      <p:sp>
        <p:nvSpPr>
          <p:cNvPr id="63" name="paper-17-text-062">
            <a:extLst xmlns:a="http://schemas.openxmlformats.org/drawingml/2006/main">
              <a:ext uri="{FF2B5EF4-FFF2-40B4-BE49-F238E27FC236}">
                <a16:creationId xmlns:a16="http://schemas.microsoft.com/office/drawing/2014/main" id="{53D61A8C-B993-4469-A89A-8D3D6010F865}"/>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EDF2FB"/>
                </a:solidFill>
                <a:latin typeface="Daki M Title"/>
                <a:ea typeface="Daki M Title"/>
                <a:cs typeface="Daki M Title"/>
              </a:defRPr>
            </a:pPr>
            <a:r>
              <a:rPr sz="4650" b="0" i="0">
                <a:solidFill>
                  <a:srgbClr val="EDF2FB"/>
                </a:solidFill>
                <a:latin typeface="Daki M Title"/>
                <a:ea typeface="Daki M Title"/>
                <a:cs typeface="Daki M Title"/>
              </a:rPr>
              <a:t>투자자의 작업은 이어집니다</a:t>
            </a:r>
          </a:p>
        </p:txBody>
      </p:sp>
      <p:sp>
        <p:nvSpPr>
          <p:cNvPr id="64" name="paper-17-text-063">
            <a:extLst xmlns:a="http://schemas.openxmlformats.org/drawingml/2006/main">
              <a:ext uri="{FF2B5EF4-FFF2-40B4-BE49-F238E27FC236}">
                <a16:creationId xmlns:a16="http://schemas.microsoft.com/office/drawing/2014/main" id="{BBA27441-D374-4356-9E70-627A8503B6C2}"/>
              </a:ext>
            </a:extLst>
          </p:cNvPr>
          <p:cNvSpPr>
            <a:spLocks xmlns:a="http://schemas.openxmlformats.org/drawingml/2006/main" noGrp="1"/>
          </p:cNvSpPr>
          <p:nvPr/>
        </p:nvSpPr>
        <p:spPr>
          <a:xfrm xmlns:a="http://schemas.openxmlformats.org/drawingml/2006/main">
            <a:off x="942975" y="1451521"/>
            <a:ext cx="16611600" cy="383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A9B4C6"/>
                </a:solidFill>
                <a:latin typeface="Daki L"/>
                <a:ea typeface="Daki L"/>
                <a:cs typeface="Daki L"/>
              </a:defRPr>
            </a:pPr>
            <a:r>
              <a:rPr sz="1875" b="0" i="0">
                <a:solidFill>
                  <a:srgbClr val="A9B4C6"/>
                </a:solidFill>
                <a:latin typeface="Daki L"/>
                <a:ea typeface="Daki L"/>
                <a:cs typeface="Daki L"/>
              </a:rPr>
              <a:t>분석, 조사, 기록, 감시, 전략 검증</a:t>
            </a:r>
          </a:p>
        </p:txBody>
      </p:sp>
    </p:spTree>
    <p:extLst>
      <p:ext uri="{BB962C8B-B14F-4D97-AF65-F5344CB8AC3E}">
        <p14:creationId xmlns:p14="http://schemas.microsoft.com/office/powerpoint/2010/main" val="19709871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3980a697939449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18-text-001">
            <a:extLst xmlns:a="http://schemas.openxmlformats.org/drawingml/2006/main">
              <a:ext uri="{FF2B5EF4-FFF2-40B4-BE49-F238E27FC236}">
                <a16:creationId xmlns:a16="http://schemas.microsoft.com/office/drawing/2014/main" id="{E93CA949-CE89-47E8-AEE0-CD1B21C29D9A}"/>
              </a:ext>
            </a:extLst>
          </p:cNvPr>
          <p:cNvSpPr>
            <a:spLocks xmlns:a="http://schemas.openxmlformats.org/drawingml/2006/main" noGrp="1"/>
          </p:cNvSpPr>
          <p:nvPr/>
        </p:nvSpPr>
        <p:spPr>
          <a:xfrm xmlns:a="http://schemas.openxmlformats.org/drawingml/2006/main">
            <a:off x="930354" y="2730401"/>
            <a:ext cx="209044"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i="0">
                <a:solidFill>
                  <a:srgbClr val="5B6270"/>
                </a:solidFill>
                <a:latin typeface="Daki L"/>
                <a:ea typeface="Daki L"/>
                <a:cs typeface="Daki L"/>
              </a:defRPr>
            </a:pPr>
            <a:r>
              <a:rPr sz="975" b="0" i="0">
                <a:solidFill>
                  <a:srgbClr val="5B6270"/>
                </a:solidFill>
                <a:latin typeface="Daki L"/>
                <a:ea typeface="Daki L"/>
                <a:cs typeface="Daki L"/>
              </a:rPr>
              <a:t>+</a:t>
            </a:r>
          </a:p>
        </p:txBody>
      </p:sp>
      <p:sp>
        <p:nvSpPr>
          <p:cNvPr id="3" name="paper-18-text-002">
            <a:extLst xmlns:a="http://schemas.openxmlformats.org/drawingml/2006/main">
              <a:ext uri="{FF2B5EF4-FFF2-40B4-BE49-F238E27FC236}">
                <a16:creationId xmlns:a16="http://schemas.microsoft.com/office/drawing/2014/main" id="{3AD28CAA-9B0B-49F6-95B1-00A6763B1B26}"/>
              </a:ext>
            </a:extLst>
          </p:cNvPr>
          <p:cNvSpPr>
            <a:spLocks xmlns:a="http://schemas.openxmlformats.org/drawingml/2006/main" noGrp="1"/>
          </p:cNvSpPr>
          <p:nvPr/>
        </p:nvSpPr>
        <p:spPr>
          <a:xfrm xmlns:a="http://schemas.openxmlformats.org/drawingml/2006/main">
            <a:off x="1168301" y="2730401"/>
            <a:ext cx="50863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14171D"/>
                </a:solidFill>
                <a:latin typeface="Daki L"/>
                <a:ea typeface="Daki L"/>
                <a:cs typeface="Daki L"/>
              </a:defRPr>
            </a:pPr>
            <a:r>
              <a:rPr sz="975" b="0" i="0">
                <a:solidFill>
                  <a:srgbClr val="14171D"/>
                </a:solidFill>
                <a:latin typeface="Daki L"/>
                <a:ea typeface="Daki L"/>
                <a:cs typeface="Daki L"/>
              </a:rPr>
              <a:t>새 대화</a:t>
            </a:r>
          </a:p>
        </p:txBody>
      </p:sp>
      <p:sp>
        <p:nvSpPr>
          <p:cNvPr id="4" name="paper-18-text-003">
            <a:extLst xmlns:a="http://schemas.openxmlformats.org/drawingml/2006/main">
              <a:ext uri="{FF2B5EF4-FFF2-40B4-BE49-F238E27FC236}">
                <a16:creationId xmlns:a16="http://schemas.microsoft.com/office/drawing/2014/main" id="{ADA63C9C-5F86-49F8-86ED-BA912131CBEF}"/>
              </a:ext>
            </a:extLst>
          </p:cNvPr>
          <p:cNvSpPr>
            <a:spLocks xmlns:a="http://schemas.openxmlformats.org/drawingml/2006/main" noGrp="1"/>
          </p:cNvSpPr>
          <p:nvPr/>
        </p:nvSpPr>
        <p:spPr>
          <a:xfrm xmlns:a="http://schemas.openxmlformats.org/drawingml/2006/main">
            <a:off x="928271" y="3092351"/>
            <a:ext cx="21336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i="0">
                <a:solidFill>
                  <a:srgbClr val="5B6270"/>
                </a:solidFill>
                <a:latin typeface="Daki L"/>
                <a:ea typeface="Daki L"/>
                <a:cs typeface="Daki L"/>
              </a:defRPr>
            </a:pPr>
            <a:r>
              <a:rPr sz="975" b="0" i="0">
                <a:solidFill>
                  <a:srgbClr val="5B6270"/>
                </a:solidFill>
                <a:latin typeface="Daki L"/>
                <a:ea typeface="Daki L"/>
                <a:cs typeface="Daki L"/>
              </a:rPr>
              <a:t>⌕</a:t>
            </a:r>
          </a:p>
        </p:txBody>
      </p:sp>
      <p:sp>
        <p:nvSpPr>
          <p:cNvPr id="5" name="paper-18-text-004">
            <a:extLst xmlns:a="http://schemas.openxmlformats.org/drawingml/2006/main">
              <a:ext uri="{FF2B5EF4-FFF2-40B4-BE49-F238E27FC236}">
                <a16:creationId xmlns:a16="http://schemas.microsoft.com/office/drawing/2014/main" id="{05EA9EF1-01C2-4161-8899-622C3E68CCDC}"/>
              </a:ext>
            </a:extLst>
          </p:cNvPr>
          <p:cNvSpPr>
            <a:spLocks xmlns:a="http://schemas.openxmlformats.org/drawingml/2006/main" noGrp="1"/>
          </p:cNvSpPr>
          <p:nvPr/>
        </p:nvSpPr>
        <p:spPr>
          <a:xfrm xmlns:a="http://schemas.openxmlformats.org/drawingml/2006/main">
            <a:off x="1168301" y="3092351"/>
            <a:ext cx="62010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14171D"/>
                </a:solidFill>
                <a:latin typeface="Daki L"/>
                <a:ea typeface="Daki L"/>
                <a:cs typeface="Daki L"/>
              </a:defRPr>
            </a:pPr>
            <a:r>
              <a:rPr sz="975" b="0" i="0">
                <a:solidFill>
                  <a:srgbClr val="14171D"/>
                </a:solidFill>
                <a:latin typeface="Daki L"/>
                <a:ea typeface="Daki L"/>
                <a:cs typeface="Daki L"/>
              </a:rPr>
              <a:t>대화 검색</a:t>
            </a:r>
          </a:p>
        </p:txBody>
      </p:sp>
      <p:sp>
        <p:nvSpPr>
          <p:cNvPr id="6" name="paper-18-text-005">
            <a:extLst xmlns:a="http://schemas.openxmlformats.org/drawingml/2006/main">
              <a:ext uri="{FF2B5EF4-FFF2-40B4-BE49-F238E27FC236}">
                <a16:creationId xmlns:a16="http://schemas.microsoft.com/office/drawing/2014/main" id="{CEC38D5F-7684-443C-94F8-8B6608F0FFC9}"/>
              </a:ext>
            </a:extLst>
          </p:cNvPr>
          <p:cNvSpPr>
            <a:spLocks xmlns:a="http://schemas.openxmlformats.org/drawingml/2006/main" noGrp="1"/>
          </p:cNvSpPr>
          <p:nvPr/>
        </p:nvSpPr>
        <p:spPr>
          <a:xfrm xmlns:a="http://schemas.openxmlformats.org/drawingml/2006/main">
            <a:off x="939701" y="3425726"/>
            <a:ext cx="61347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i="0">
                <a:solidFill>
                  <a:srgbClr val="8B93A1"/>
                </a:solidFill>
                <a:latin typeface="Daki L"/>
                <a:ea typeface="Daki L"/>
                <a:cs typeface="Daki L"/>
              </a:defRPr>
            </a:pPr>
            <a:r>
              <a:rPr sz="750" b="0" i="0">
                <a:solidFill>
                  <a:srgbClr val="8B93A1"/>
                </a:solidFill>
                <a:latin typeface="Daki L"/>
                <a:ea typeface="Daki L"/>
                <a:cs typeface="Daki L"/>
              </a:rPr>
              <a:t>이력 · 모드</a:t>
            </a:r>
          </a:p>
        </p:txBody>
      </p:sp>
      <p:sp>
        <p:nvSpPr>
          <p:cNvPr id="7" name="paper-18-text-006">
            <a:extLst xmlns:a="http://schemas.openxmlformats.org/drawingml/2006/main">
              <a:ext uri="{FF2B5EF4-FFF2-40B4-BE49-F238E27FC236}">
                <a16:creationId xmlns:a16="http://schemas.microsoft.com/office/drawing/2014/main" id="{D8DC2F58-93F7-4EBC-BA9B-B20E08689384}"/>
              </a:ext>
            </a:extLst>
          </p:cNvPr>
          <p:cNvSpPr>
            <a:spLocks xmlns:a="http://schemas.openxmlformats.org/drawingml/2006/main" noGrp="1"/>
          </p:cNvSpPr>
          <p:nvPr/>
        </p:nvSpPr>
        <p:spPr>
          <a:xfrm xmlns:a="http://schemas.openxmlformats.org/drawingml/2006/main">
            <a:off x="2935188" y="3425726"/>
            <a:ext cx="50006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i="0">
                <a:solidFill>
                  <a:srgbClr val="8B93A1"/>
                </a:solidFill>
                <a:latin typeface="Daki L"/>
                <a:ea typeface="Daki L"/>
                <a:cs typeface="Daki L"/>
              </a:defRPr>
            </a:pPr>
            <a:r>
              <a:rPr sz="750" b="0" i="0">
                <a:solidFill>
                  <a:srgbClr val="8B93A1"/>
                </a:solidFill>
                <a:latin typeface="Daki L"/>
                <a:ea typeface="Daki L"/>
                <a:cs typeface="Daki L"/>
              </a:rPr>
              <a:t>0개 대화</a:t>
            </a:r>
          </a:p>
        </p:txBody>
      </p:sp>
      <p:sp>
        <p:nvSpPr>
          <p:cNvPr id="8" name="paper-18-text-007">
            <a:extLst xmlns:a="http://schemas.openxmlformats.org/drawingml/2006/main">
              <a:ext uri="{FF2B5EF4-FFF2-40B4-BE49-F238E27FC236}">
                <a16:creationId xmlns:a16="http://schemas.microsoft.com/office/drawing/2014/main" id="{0AE84648-D891-457D-9706-7A1EF5A1D18D}"/>
              </a:ext>
            </a:extLst>
          </p:cNvPr>
          <p:cNvSpPr>
            <a:spLocks xmlns:a="http://schemas.openxmlformats.org/drawingml/2006/main" noGrp="1"/>
          </p:cNvSpPr>
          <p:nvPr/>
        </p:nvSpPr>
        <p:spPr>
          <a:xfrm xmlns:a="http://schemas.openxmlformats.org/drawingml/2006/main">
            <a:off x="1279327" y="3774877"/>
            <a:ext cx="47142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14171D"/>
                </a:solidFill>
                <a:latin typeface="Daki B"/>
                <a:ea typeface="Daki B"/>
                <a:cs typeface="Daki B"/>
              </a:defRPr>
            </a:pPr>
            <a:r>
              <a:rPr sz="975" b="0" i="0">
                <a:solidFill>
                  <a:srgbClr val="14171D"/>
                </a:solidFill>
                <a:latin typeface="Daki B"/>
                <a:ea typeface="Daki B"/>
                <a:cs typeface="Daki B"/>
              </a:rPr>
              <a:t>아고라</a:t>
            </a:r>
          </a:p>
        </p:txBody>
      </p:sp>
      <p:sp>
        <p:nvSpPr>
          <p:cNvPr id="9" name="paper-18-text-008">
            <a:extLst xmlns:a="http://schemas.openxmlformats.org/drawingml/2006/main">
              <a:ext uri="{FF2B5EF4-FFF2-40B4-BE49-F238E27FC236}">
                <a16:creationId xmlns:a16="http://schemas.microsoft.com/office/drawing/2014/main" id="{E05A5245-04B1-46F8-BFBE-7618F0AB6FDE}"/>
              </a:ext>
            </a:extLst>
          </p:cNvPr>
          <p:cNvSpPr>
            <a:spLocks xmlns:a="http://schemas.openxmlformats.org/drawingml/2006/main" noGrp="1"/>
          </p:cNvSpPr>
          <p:nvPr/>
        </p:nvSpPr>
        <p:spPr>
          <a:xfrm xmlns:a="http://schemas.openxmlformats.org/drawingml/2006/main">
            <a:off x="1279327" y="4092327"/>
            <a:ext cx="47142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5B6270"/>
                </a:solidFill>
                <a:latin typeface="Daki L"/>
                <a:ea typeface="Daki L"/>
                <a:cs typeface="Daki L"/>
              </a:defRPr>
            </a:pPr>
            <a:r>
              <a:rPr sz="975" b="0" i="0">
                <a:solidFill>
                  <a:srgbClr val="5B6270"/>
                </a:solidFill>
                <a:latin typeface="Daki L"/>
                <a:ea typeface="Daki L"/>
                <a:cs typeface="Daki L"/>
              </a:rPr>
              <a:t>메티스</a:t>
            </a:r>
          </a:p>
        </p:txBody>
      </p:sp>
      <p:sp>
        <p:nvSpPr>
          <p:cNvPr id="10" name="paper-18-text-009">
            <a:extLst xmlns:a="http://schemas.openxmlformats.org/drawingml/2006/main">
              <a:ext uri="{FF2B5EF4-FFF2-40B4-BE49-F238E27FC236}">
                <a16:creationId xmlns:a16="http://schemas.microsoft.com/office/drawing/2014/main" id="{D6826EF7-1992-4CDB-B6E2-1E7D59435836}"/>
              </a:ext>
            </a:extLst>
          </p:cNvPr>
          <p:cNvSpPr>
            <a:spLocks xmlns:a="http://schemas.openxmlformats.org/drawingml/2006/main" noGrp="1"/>
          </p:cNvSpPr>
          <p:nvPr/>
        </p:nvSpPr>
        <p:spPr>
          <a:xfrm xmlns:a="http://schemas.openxmlformats.org/drawingml/2006/main">
            <a:off x="1279327" y="4409777"/>
            <a:ext cx="58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5B6270"/>
                </a:solidFill>
                <a:latin typeface="Daki L"/>
                <a:ea typeface="Daki L"/>
                <a:cs typeface="Daki L"/>
              </a:defRPr>
            </a:pPr>
            <a:r>
              <a:rPr sz="975" b="0" i="0">
                <a:solidFill>
                  <a:srgbClr val="5B6270"/>
                </a:solidFill>
                <a:latin typeface="Daki L"/>
                <a:ea typeface="Daki L"/>
                <a:cs typeface="Daki L"/>
              </a:rPr>
              <a:t>아이기스</a:t>
            </a:r>
          </a:p>
        </p:txBody>
      </p:sp>
      <p:sp>
        <p:nvSpPr>
          <p:cNvPr id="11" name="paper-18-text-010">
            <a:extLst xmlns:a="http://schemas.openxmlformats.org/drawingml/2006/main">
              <a:ext uri="{FF2B5EF4-FFF2-40B4-BE49-F238E27FC236}">
                <a16:creationId xmlns:a16="http://schemas.microsoft.com/office/drawing/2014/main" id="{8EE9706B-A023-4EF3-8949-86FDC823DB50}"/>
              </a:ext>
            </a:extLst>
          </p:cNvPr>
          <p:cNvSpPr>
            <a:spLocks xmlns:a="http://schemas.openxmlformats.org/drawingml/2006/main" noGrp="1"/>
          </p:cNvSpPr>
          <p:nvPr/>
        </p:nvSpPr>
        <p:spPr>
          <a:xfrm xmlns:a="http://schemas.openxmlformats.org/drawingml/2006/main">
            <a:off x="1279327" y="4727377"/>
            <a:ext cx="58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5B6270"/>
                </a:solidFill>
                <a:latin typeface="Daki L"/>
                <a:ea typeface="Daki L"/>
                <a:cs typeface="Daki L"/>
              </a:defRPr>
            </a:pPr>
            <a:r>
              <a:rPr sz="975" b="0" i="0">
                <a:solidFill>
                  <a:srgbClr val="5B6270"/>
                </a:solidFill>
                <a:latin typeface="Daki L"/>
                <a:ea typeface="Daki L"/>
                <a:cs typeface="Daki L"/>
              </a:rPr>
              <a:t>에르가네</a:t>
            </a:r>
          </a:p>
        </p:txBody>
      </p:sp>
      <p:sp>
        <p:nvSpPr>
          <p:cNvPr id="12" name="paper-18-text-011">
            <a:extLst xmlns:a="http://schemas.openxmlformats.org/drawingml/2006/main">
              <a:ext uri="{FF2B5EF4-FFF2-40B4-BE49-F238E27FC236}">
                <a16:creationId xmlns:a16="http://schemas.microsoft.com/office/drawing/2014/main" id="{9A57EEB4-ED74-4D56-BB14-B08C7562913B}"/>
              </a:ext>
            </a:extLst>
          </p:cNvPr>
          <p:cNvSpPr>
            <a:spLocks xmlns:a="http://schemas.openxmlformats.org/drawingml/2006/main" noGrp="1"/>
          </p:cNvSpPr>
          <p:nvPr/>
        </p:nvSpPr>
        <p:spPr>
          <a:xfrm xmlns:a="http://schemas.openxmlformats.org/drawingml/2006/main">
            <a:off x="1279327" y="5044827"/>
            <a:ext cx="47142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i="0">
                <a:solidFill>
                  <a:srgbClr val="5B6270"/>
                </a:solidFill>
                <a:latin typeface="Daki L"/>
                <a:ea typeface="Daki L"/>
                <a:cs typeface="Daki L"/>
              </a:defRPr>
            </a:pPr>
            <a:r>
              <a:rPr sz="975" b="0" i="0">
                <a:solidFill>
                  <a:srgbClr val="5B6270"/>
                </a:solidFill>
                <a:latin typeface="Daki L"/>
                <a:ea typeface="Daki L"/>
                <a:cs typeface="Daki L"/>
              </a:rPr>
              <a:t>팔라스</a:t>
            </a:r>
          </a:p>
        </p:txBody>
      </p:sp>
      <p:sp>
        <p:nvSpPr>
          <p:cNvPr id="13" name="paper-18-text-012">
            <a:extLst xmlns:a="http://schemas.openxmlformats.org/drawingml/2006/main">
              <a:ext uri="{FF2B5EF4-FFF2-40B4-BE49-F238E27FC236}">
                <a16:creationId xmlns:a16="http://schemas.microsoft.com/office/drawing/2014/main" id="{538616A5-9A15-4F19-A5BC-5E2D93696AB8}"/>
              </a:ext>
            </a:extLst>
          </p:cNvPr>
          <p:cNvSpPr>
            <a:spLocks xmlns:a="http://schemas.openxmlformats.org/drawingml/2006/main" noGrp="1"/>
          </p:cNvSpPr>
          <p:nvPr/>
        </p:nvSpPr>
        <p:spPr>
          <a:xfrm xmlns:a="http://schemas.openxmlformats.org/drawingml/2006/main">
            <a:off x="958751" y="5460802"/>
            <a:ext cx="246507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i="0">
                <a:solidFill>
                  <a:srgbClr val="8B93A1"/>
                </a:solidFill>
                <a:latin typeface="Daki L"/>
                <a:ea typeface="Daki L"/>
                <a:cs typeface="Daki L"/>
              </a:defRPr>
            </a:pPr>
            <a:r>
              <a:rPr sz="825" b="0" i="0">
                <a:solidFill>
                  <a:srgbClr val="8B93A1"/>
                </a:solidFill>
                <a:latin typeface="Daki L"/>
                <a:ea typeface="Daki L"/>
                <a:cs typeface="Daki L"/>
              </a:rPr>
              <a:t>대화 이력 없음</a:t>
            </a:r>
          </a:p>
        </p:txBody>
      </p:sp>
      <p:sp>
        <p:nvSpPr>
          <p:cNvPr id="14" name="paper-18-text-013">
            <a:extLst xmlns:a="http://schemas.openxmlformats.org/drawingml/2006/main">
              <a:ext uri="{FF2B5EF4-FFF2-40B4-BE49-F238E27FC236}">
                <a16:creationId xmlns:a16="http://schemas.microsoft.com/office/drawing/2014/main" id="{CAE991A6-9F77-4D8C-899A-F756E3F95409}"/>
              </a:ext>
            </a:extLst>
          </p:cNvPr>
          <p:cNvSpPr>
            <a:spLocks xmlns:a="http://schemas.openxmlformats.org/drawingml/2006/main" noGrp="1"/>
          </p:cNvSpPr>
          <p:nvPr/>
        </p:nvSpPr>
        <p:spPr>
          <a:xfrm xmlns:a="http://schemas.openxmlformats.org/drawingml/2006/main">
            <a:off x="7848154" y="6130826"/>
            <a:ext cx="1352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i="0">
                <a:solidFill>
                  <a:srgbClr val="14171D"/>
                </a:solidFill>
                <a:latin typeface="Daki B"/>
                <a:ea typeface="Daki B"/>
                <a:cs typeface="Daki B"/>
              </a:defRPr>
            </a:pPr>
            <a:r>
              <a:rPr sz="1125" b="0" i="0">
                <a:solidFill>
                  <a:srgbClr val="14171D"/>
                </a:solidFill>
                <a:latin typeface="Daki B"/>
                <a:ea typeface="Daki B"/>
                <a:cs typeface="Daki B"/>
              </a:rPr>
              <a:t>무엇이든 물어보세요</a:t>
            </a:r>
          </a:p>
        </p:txBody>
      </p:sp>
      <p:sp>
        <p:nvSpPr>
          <p:cNvPr id="15" name="paper-18-text-014">
            <a:extLst xmlns:a="http://schemas.openxmlformats.org/drawingml/2006/main">
              <a:ext uri="{FF2B5EF4-FFF2-40B4-BE49-F238E27FC236}">
                <a16:creationId xmlns:a16="http://schemas.microsoft.com/office/drawing/2014/main" id="{1B22DD54-2C07-4022-91D7-F213706DAE88}"/>
              </a:ext>
            </a:extLst>
          </p:cNvPr>
          <p:cNvSpPr>
            <a:spLocks xmlns:a="http://schemas.openxmlformats.org/drawingml/2006/main" noGrp="1"/>
          </p:cNvSpPr>
          <p:nvPr/>
        </p:nvSpPr>
        <p:spPr>
          <a:xfrm xmlns:a="http://schemas.openxmlformats.org/drawingml/2006/main">
            <a:off x="7484239" y="6378476"/>
            <a:ext cx="208052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i="0">
                <a:solidFill>
                  <a:srgbClr val="5B6270"/>
                </a:solidFill>
                <a:latin typeface="Daki L"/>
                <a:ea typeface="Daki L"/>
                <a:cs typeface="Daki L"/>
              </a:defRPr>
            </a:pPr>
            <a:r>
              <a:rPr sz="900" b="0" i="0">
                <a:solidFill>
                  <a:srgbClr val="5B6270"/>
                </a:solidFill>
                <a:latin typeface="Daki L"/>
                <a:ea typeface="Daki L"/>
                <a:cs typeface="Daki L"/>
              </a:rPr>
              <a:t>질문하면 답변 카드가 이 자리에 쌓입니다.</a:t>
            </a:r>
          </a:p>
        </p:txBody>
      </p:sp>
      <p:sp>
        <p:nvSpPr>
          <p:cNvPr id="16" name="paper-18-text-015">
            <a:extLst xmlns:a="http://schemas.openxmlformats.org/drawingml/2006/main">
              <a:ext uri="{FF2B5EF4-FFF2-40B4-BE49-F238E27FC236}">
                <a16:creationId xmlns:a16="http://schemas.microsoft.com/office/drawing/2014/main" id="{147CF6C8-DA5A-4E51-84D5-EE5BFB63D98D}"/>
              </a:ext>
            </a:extLst>
          </p:cNvPr>
          <p:cNvSpPr>
            <a:spLocks xmlns:a="http://schemas.openxmlformats.org/drawingml/2006/main" noGrp="1"/>
          </p:cNvSpPr>
          <p:nvPr/>
        </p:nvSpPr>
        <p:spPr>
          <a:xfrm xmlns:a="http://schemas.openxmlformats.org/drawingml/2006/main">
            <a:off x="13745795" y="5159276"/>
            <a:ext cx="356616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i="0">
                <a:solidFill>
                  <a:srgbClr val="10131A"/>
                </a:solidFill>
                <a:latin typeface="Daki L"/>
                <a:ea typeface="Daki L"/>
                <a:cs typeface="Daki L"/>
              </a:defRPr>
            </a:pPr>
            <a:r>
              <a:rPr sz="975" b="0" i="0">
                <a:solidFill>
                  <a:srgbClr val="10131A"/>
                </a:solidFill>
                <a:latin typeface="Daki L"/>
                <a:ea typeface="Daki L"/>
                <a:cs typeface="Daki L"/>
              </a:rPr>
              <a:t>새 대화</a:t>
            </a:r>
          </a:p>
        </p:txBody>
      </p:sp>
      <p:sp>
        <p:nvSpPr>
          <p:cNvPr id="17" name="paper-18-text-016">
            <a:extLst xmlns:a="http://schemas.openxmlformats.org/drawingml/2006/main">
              <a:ext uri="{FF2B5EF4-FFF2-40B4-BE49-F238E27FC236}">
                <a16:creationId xmlns:a16="http://schemas.microsoft.com/office/drawing/2014/main" id="{157706FC-EDCA-44E8-B52C-13AE9BBADF01}"/>
              </a:ext>
            </a:extLst>
          </p:cNvPr>
          <p:cNvSpPr>
            <a:spLocks xmlns:a="http://schemas.openxmlformats.org/drawingml/2006/main" noGrp="1"/>
          </p:cNvSpPr>
          <p:nvPr/>
        </p:nvSpPr>
        <p:spPr>
          <a:xfrm xmlns:a="http://schemas.openxmlformats.org/drawingml/2006/main">
            <a:off x="13749605" y="5387876"/>
            <a:ext cx="355854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i="0">
                <a:solidFill>
                  <a:srgbClr val="10131A"/>
                </a:solidFill>
                <a:latin typeface="Daki L"/>
                <a:ea typeface="Daki L"/>
                <a:cs typeface="Daki L"/>
              </a:defRPr>
            </a:pPr>
            <a:r>
              <a:rPr sz="900" b="0" i="0">
                <a:solidFill>
                  <a:srgbClr val="10131A"/>
                </a:solidFill>
                <a:latin typeface="Daki L"/>
                <a:ea typeface="Daki L"/>
                <a:cs typeface="Daki L"/>
              </a:rPr>
              <a:t>종목·재무·공시를 물어보면</a:t>
            </a:r>
          </a:p>
          <a:p xmlns:a="http://schemas.openxmlformats.org/drawingml/2006/main">
            <a:pPr algn="ctr">
              <a:defRPr sz="900" b="0" i="0">
                <a:solidFill>
                  <a:srgbClr val="10131A"/>
                </a:solidFill>
                <a:latin typeface="Daki L"/>
                <a:ea typeface="Daki L"/>
                <a:cs typeface="Daki L"/>
              </a:defRPr>
            </a:pPr>
            <a:r>
              <a:rPr sz="900" b="0" i="0">
                <a:solidFill>
                  <a:srgbClr val="10131A"/>
                </a:solidFill>
                <a:latin typeface="Daki L"/>
                <a:ea typeface="Daki L"/>
                <a:cs typeface="Daki L"/>
              </a:rPr>
              <a:t>답이 캔버스에 카드로 쌓입니다</a:t>
            </a:r>
          </a:p>
        </p:txBody>
      </p:sp>
      <p:sp>
        <p:nvSpPr>
          <p:cNvPr id="18" name="paper-18-text-017">
            <a:extLst xmlns:a="http://schemas.openxmlformats.org/drawingml/2006/main">
              <a:ext uri="{FF2B5EF4-FFF2-40B4-BE49-F238E27FC236}">
                <a16:creationId xmlns:a16="http://schemas.microsoft.com/office/drawing/2014/main" id="{CAD46F09-3F7C-45FB-A0CE-4F52BAF0DEB1}"/>
              </a:ext>
            </a:extLst>
          </p:cNvPr>
          <p:cNvSpPr>
            <a:spLocks xmlns:a="http://schemas.openxmlformats.org/drawingml/2006/main" noGrp="1"/>
          </p:cNvSpPr>
          <p:nvPr/>
        </p:nvSpPr>
        <p:spPr>
          <a:xfrm xmlns:a="http://schemas.openxmlformats.org/drawingml/2006/main">
            <a:off x="13877776" y="8458051"/>
            <a:ext cx="348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i="0">
                <a:solidFill>
                  <a:srgbClr val="8A8C91"/>
                </a:solidFill>
                <a:latin typeface="Daki L"/>
                <a:ea typeface="Daki L"/>
                <a:cs typeface="Daki L"/>
              </a:defRPr>
            </a:pPr>
            <a:r>
              <a:rPr sz="1125" b="0" i="0">
                <a:solidFill>
                  <a:srgbClr val="8A8C91"/>
                </a:solidFill>
                <a:latin typeface="Daki L"/>
                <a:ea typeface="Daki L"/>
                <a:cs typeface="Daki L"/>
              </a:rPr>
              <a:t>무엇이든 물어보세요</a:t>
            </a:r>
          </a:p>
        </p:txBody>
      </p:sp>
      <p:sp>
        <p:nvSpPr>
          <p:cNvPr id="19" name="paper-18-text-018">
            <a:extLst xmlns:a="http://schemas.openxmlformats.org/drawingml/2006/main">
              <a:ext uri="{FF2B5EF4-FFF2-40B4-BE49-F238E27FC236}">
                <a16:creationId xmlns:a16="http://schemas.microsoft.com/office/drawing/2014/main" id="{FE5EFCE2-9539-4E41-9A95-D09324988568}"/>
              </a:ext>
            </a:extLst>
          </p:cNvPr>
          <p:cNvSpPr>
            <a:spLocks xmlns:a="http://schemas.openxmlformats.org/drawingml/2006/main" noGrp="1"/>
          </p:cNvSpPr>
          <p:nvPr/>
        </p:nvSpPr>
        <p:spPr>
          <a:xfrm xmlns:a="http://schemas.openxmlformats.org/drawingml/2006/main">
            <a:off x="13749605" y="8854976"/>
            <a:ext cx="71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i="0">
                <a:solidFill>
                  <a:srgbClr val="5B6270"/>
                </a:solidFill>
                <a:latin typeface="Daki L"/>
                <a:ea typeface="Daki L"/>
                <a:cs typeface="Daki L"/>
              </a:defRPr>
            </a:pPr>
            <a:r>
              <a:rPr sz="900" b="0" i="0">
                <a:solidFill>
                  <a:srgbClr val="5B6270"/>
                </a:solidFill>
                <a:latin typeface="Daki L"/>
                <a:ea typeface="Daki L"/>
                <a:cs typeface="Daki L"/>
              </a:rPr>
              <a:t>이 항목 질문</a:t>
            </a:r>
          </a:p>
        </p:txBody>
      </p:sp>
      <p:sp>
        <p:nvSpPr>
          <p:cNvPr id="20" name="paper-18-text-019">
            <a:extLst xmlns:a="http://schemas.openxmlformats.org/drawingml/2006/main">
              <a:ext uri="{FF2B5EF4-FFF2-40B4-BE49-F238E27FC236}">
                <a16:creationId xmlns:a16="http://schemas.microsoft.com/office/drawing/2014/main" id="{A4A6CC97-94A7-4F7A-8DF0-0C22E89A8BCA}"/>
              </a:ext>
            </a:extLst>
          </p:cNvPr>
          <p:cNvSpPr>
            <a:spLocks xmlns:a="http://schemas.openxmlformats.org/drawingml/2006/main" noGrp="1"/>
          </p:cNvSpPr>
          <p:nvPr/>
        </p:nvSpPr>
        <p:spPr>
          <a:xfrm xmlns:a="http://schemas.openxmlformats.org/drawingml/2006/main">
            <a:off x="16211371" y="8854976"/>
            <a:ext cx="49089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i="0">
                <a:solidFill>
                  <a:srgbClr val="5B6270"/>
                </a:solidFill>
                <a:latin typeface="Daki L"/>
                <a:ea typeface="Daki L"/>
                <a:cs typeface="Daki L"/>
              </a:defRPr>
            </a:pPr>
            <a:r>
              <a:rPr sz="900" b="0" i="0">
                <a:solidFill>
                  <a:srgbClr val="5B6270"/>
                </a:solidFill>
                <a:latin typeface="Daki L"/>
                <a:ea typeface="Daki L"/>
                <a:cs typeface="Daki L"/>
              </a:rPr>
              <a:t>Claude</a:t>
            </a:r>
          </a:p>
        </p:txBody>
      </p:sp>
      <p:sp>
        <p:nvSpPr>
          <p:cNvPr id="21" name="paper-18-text-020">
            <a:extLst xmlns:a="http://schemas.openxmlformats.org/drawingml/2006/main">
              <a:ext uri="{FF2B5EF4-FFF2-40B4-BE49-F238E27FC236}">
                <a16:creationId xmlns:a16="http://schemas.microsoft.com/office/drawing/2014/main" id="{E4A97863-69C6-4558-BF37-EDC11099E837}"/>
              </a:ext>
            </a:extLst>
          </p:cNvPr>
          <p:cNvSpPr>
            <a:spLocks xmlns:a="http://schemas.openxmlformats.org/drawingml/2006/main" noGrp="1"/>
          </p:cNvSpPr>
          <p:nvPr/>
        </p:nvSpPr>
        <p:spPr>
          <a:xfrm xmlns:a="http://schemas.openxmlformats.org/drawingml/2006/main">
            <a:off x="16706076" y="8854976"/>
            <a:ext cx="33522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i="0">
                <a:solidFill>
                  <a:srgbClr val="5B6270"/>
                </a:solidFill>
                <a:latin typeface="Daki L"/>
                <a:ea typeface="Daki L"/>
                <a:cs typeface="Daki L"/>
              </a:defRPr>
            </a:pPr>
            <a:r>
              <a:rPr sz="900" b="0" i="0">
                <a:solidFill>
                  <a:srgbClr val="5B6270"/>
                </a:solidFill>
                <a:latin typeface="Daki L"/>
                <a:ea typeface="Daki L"/>
                <a:cs typeface="Daki L"/>
              </a:rPr>
              <a:t>기본</a:t>
            </a:r>
          </a:p>
        </p:txBody>
      </p:sp>
      <p:sp>
        <p:nvSpPr>
          <p:cNvPr id="22" name="paper-18-text-021">
            <a:extLst xmlns:a="http://schemas.openxmlformats.org/drawingml/2006/main">
              <a:ext uri="{FF2B5EF4-FFF2-40B4-BE49-F238E27FC236}">
                <a16:creationId xmlns:a16="http://schemas.microsoft.com/office/drawing/2014/main" id="{A01CA695-0467-426F-AEF2-3C4E85D92E21}"/>
              </a:ext>
            </a:extLst>
          </p:cNvPr>
          <p:cNvSpPr>
            <a:spLocks xmlns:a="http://schemas.openxmlformats.org/drawingml/2006/main" noGrp="1"/>
          </p:cNvSpPr>
          <p:nvPr/>
        </p:nvSpPr>
        <p:spPr>
          <a:xfrm xmlns:a="http://schemas.openxmlformats.org/drawingml/2006/main">
            <a:off x="847725" y="9820275"/>
            <a:ext cx="285672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0">
                <a:solidFill>
                  <a:srgbClr val="92969F"/>
                </a:solidFill>
                <a:latin typeface="Noto Sans KR"/>
                <a:ea typeface="Noto Sans KR"/>
                <a:cs typeface="Noto Sans KR"/>
              </a:defRPr>
            </a:pPr>
            <a:r>
              <a:rPr sz="1050" b="0" i="0">
                <a:solidFill>
                  <a:srgbClr val="92969F"/>
                </a:solidFill>
                <a:latin typeface="Noto Sans KR"/>
                <a:ea typeface="Noto Sans KR"/>
                <a:cs typeface="Noto Sans KR"/>
              </a:rPr>
              <a:t>ATHENA 제품 소개 콘셉트 · 실제 주문 실행 없음</a:t>
            </a:r>
          </a:p>
        </p:txBody>
      </p:sp>
      <p:sp>
        <p:nvSpPr>
          <p:cNvPr id="23" name="paper-18-text-022">
            <a:extLst xmlns:a="http://schemas.openxmlformats.org/drawingml/2006/main">
              <a:ext uri="{FF2B5EF4-FFF2-40B4-BE49-F238E27FC236}">
                <a16:creationId xmlns:a16="http://schemas.microsoft.com/office/drawing/2014/main" id="{D1AF16E8-97EE-44CF-BEF9-B926C8A3E38F}"/>
              </a:ext>
            </a:extLst>
          </p:cNvPr>
          <p:cNvSpPr>
            <a:spLocks xmlns:a="http://schemas.openxmlformats.org/drawingml/2006/main" noGrp="1"/>
          </p:cNvSpPr>
          <p:nvPr/>
        </p:nvSpPr>
        <p:spPr>
          <a:xfrm xmlns:a="http://schemas.openxmlformats.org/drawingml/2006/main">
            <a:off x="942975" y="493681"/>
            <a:ext cx="16921734" cy="791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EDF2FB"/>
                </a:solidFill>
                <a:latin typeface="Daki M Title"/>
                <a:ea typeface="Daki M Title"/>
                <a:cs typeface="Daki M Title"/>
              </a:defRPr>
            </a:pPr>
            <a:r>
              <a:rPr sz="4650" b="0" i="0">
                <a:solidFill>
                  <a:srgbClr val="EDF2FB"/>
                </a:solidFill>
                <a:latin typeface="Daki M Title"/>
                <a:ea typeface="Daki M Title"/>
                <a:cs typeface="Daki M Title"/>
              </a:rPr>
              <a:t>하나의 채팅으로 연결</a:t>
            </a:r>
          </a:p>
        </p:txBody>
      </p:sp>
    </p:spTree>
    <p:extLst>
      <p:ext uri="{BB962C8B-B14F-4D97-AF65-F5344CB8AC3E}">
        <p14:creationId xmlns:p14="http://schemas.microsoft.com/office/powerpoint/2010/main" val="4718515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59515ee5a5649b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1-text-001">
            <a:extLst xmlns:a="http://schemas.openxmlformats.org/drawingml/2006/main">
              <a:ext uri="{FF2B5EF4-FFF2-40B4-BE49-F238E27FC236}">
                <a16:creationId xmlns:a16="http://schemas.microsoft.com/office/drawing/2014/main" id="{F27963DB-EDD2-44D7-B735-E32DA03BABF0}"/>
              </a:ext>
            </a:extLst>
          </p:cNvPr>
          <p:cNvSpPr>
            <a:spLocks xmlns:a="http://schemas.openxmlformats.org/drawingml/2006/main" noGrp="1"/>
          </p:cNvSpPr>
          <p:nvPr/>
        </p:nvSpPr>
        <p:spPr>
          <a:xfrm xmlns:a="http://schemas.openxmlformats.org/drawingml/2006/main">
            <a:off x="1114425" y="871347"/>
            <a:ext cx="16815054" cy="1010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400" b="0" i="0">
                <a:solidFill>
                  <a:srgbClr val="202124"/>
                </a:solidFill>
                <a:latin typeface="Noto Sans KR"/>
                <a:ea typeface="Noto Sans KR"/>
                <a:cs typeface="Noto Sans KR"/>
              </a:defRPr>
            </a:pPr>
            <a:r>
              <a:rPr sz="5400" b="0" i="0">
                <a:solidFill>
                  <a:srgbClr val="202124"/>
                </a:solidFill>
                <a:latin typeface="Noto Sans KR"/>
                <a:ea typeface="Noto Sans KR"/>
                <a:cs typeface="Noto Sans KR"/>
              </a:rPr>
              <a:t>투자자의 판단을 연결해 기억합니다</a:t>
            </a:r>
          </a:p>
        </p:txBody>
      </p:sp>
      <p:sp>
        <p:nvSpPr>
          <p:cNvPr id="3" name="paper-21-text-002">
            <a:extLst xmlns:a="http://schemas.openxmlformats.org/drawingml/2006/main">
              <a:ext uri="{FF2B5EF4-FFF2-40B4-BE49-F238E27FC236}">
                <a16:creationId xmlns:a16="http://schemas.microsoft.com/office/drawing/2014/main" id="{487840EC-61B5-45D3-8901-B32006499C65}"/>
              </a:ext>
            </a:extLst>
          </p:cNvPr>
          <p:cNvSpPr>
            <a:spLocks xmlns:a="http://schemas.openxmlformats.org/drawingml/2006/main" noGrp="1"/>
          </p:cNvSpPr>
          <p:nvPr/>
        </p:nvSpPr>
        <p:spPr>
          <a:xfrm xmlns:a="http://schemas.openxmlformats.org/drawingml/2006/main">
            <a:off x="1247775" y="3241072"/>
            <a:ext cx="4959096" cy="1742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850" b="0" i="0">
                <a:solidFill>
                  <a:srgbClr val="202124"/>
                </a:solidFill>
                <a:latin typeface="Arial"/>
                <a:ea typeface="Arial"/>
                <a:cs typeface="Arial"/>
              </a:defRPr>
            </a:pPr>
            <a:r>
              <a:rPr sz="5850" b="0" i="0">
                <a:solidFill>
                  <a:srgbClr val="202124"/>
                </a:solidFill>
                <a:latin typeface="Arial"/>
                <a:ea typeface="Arial"/>
                <a:cs typeface="Arial"/>
              </a:rPr>
              <a:t>Graph</a:t>
            </a:r>
          </a:p>
          <a:p xmlns:a="http://schemas.openxmlformats.org/drawingml/2006/main">
            <a:pPr algn="l">
              <a:defRPr sz="5850" b="0" i="0">
                <a:solidFill>
                  <a:srgbClr val="202124"/>
                </a:solidFill>
                <a:latin typeface="Arial"/>
                <a:ea typeface="Arial"/>
                <a:cs typeface="Arial"/>
              </a:defRPr>
            </a:pPr>
            <a:r>
              <a:rPr sz="5850" b="0" i="0">
                <a:solidFill>
                  <a:srgbClr val="202124"/>
                </a:solidFill>
                <a:latin typeface="Arial"/>
                <a:ea typeface="Arial"/>
                <a:cs typeface="Arial"/>
              </a:rPr>
              <a:t>Memory</a:t>
            </a:r>
          </a:p>
        </p:txBody>
      </p:sp>
      <p:sp>
        <p:nvSpPr>
          <p:cNvPr id="4" name="paper-21-text-003">
            <a:extLst xmlns:a="http://schemas.openxmlformats.org/drawingml/2006/main">
              <a:ext uri="{FF2B5EF4-FFF2-40B4-BE49-F238E27FC236}">
                <a16:creationId xmlns:a16="http://schemas.microsoft.com/office/drawing/2014/main" id="{197EEE84-7222-4853-8502-6D4FD29623C4}"/>
              </a:ext>
            </a:extLst>
          </p:cNvPr>
          <p:cNvSpPr>
            <a:spLocks xmlns:a="http://schemas.openxmlformats.org/drawingml/2006/main" noGrp="1"/>
          </p:cNvSpPr>
          <p:nvPr/>
        </p:nvSpPr>
        <p:spPr>
          <a:xfrm xmlns:a="http://schemas.openxmlformats.org/drawingml/2006/main">
            <a:off x="1247775" y="5123640"/>
            <a:ext cx="45651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투자 판단을 기억</a:t>
            </a:r>
          </a:p>
        </p:txBody>
      </p:sp>
      <p:sp>
        <p:nvSpPr>
          <p:cNvPr id="5" name="paper-21-text-004">
            <a:extLst xmlns:a="http://schemas.openxmlformats.org/drawingml/2006/main">
              <a:ext uri="{FF2B5EF4-FFF2-40B4-BE49-F238E27FC236}">
                <a16:creationId xmlns:a16="http://schemas.microsoft.com/office/drawing/2014/main" id="{493AA938-DEDA-4B96-8AEF-AF0AF9A432E9}"/>
              </a:ext>
            </a:extLst>
          </p:cNvPr>
          <p:cNvSpPr>
            <a:spLocks xmlns:a="http://schemas.openxmlformats.org/drawingml/2006/main" noGrp="1"/>
          </p:cNvSpPr>
          <p:nvPr/>
        </p:nvSpPr>
        <p:spPr>
          <a:xfrm xmlns:a="http://schemas.openxmlformats.org/drawingml/2006/main">
            <a:off x="12277725" y="3146488"/>
            <a:ext cx="5513832" cy="1701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Greedy</a:t>
            </a:r>
          </a:p>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Modularity</a:t>
            </a:r>
          </a:p>
        </p:txBody>
      </p:sp>
      <p:sp>
        <p:nvSpPr>
          <p:cNvPr id="6" name="paper-21-text-005">
            <a:extLst xmlns:a="http://schemas.openxmlformats.org/drawingml/2006/main">
              <a:ext uri="{FF2B5EF4-FFF2-40B4-BE49-F238E27FC236}">
                <a16:creationId xmlns:a16="http://schemas.microsoft.com/office/drawing/2014/main" id="{FD0CBFF5-2923-4E52-9BD2-04E26D7EB12A}"/>
              </a:ext>
            </a:extLst>
          </p:cNvPr>
          <p:cNvSpPr>
            <a:spLocks xmlns:a="http://schemas.openxmlformats.org/drawingml/2006/main" noGrp="1"/>
          </p:cNvSpPr>
          <p:nvPr/>
        </p:nvSpPr>
        <p:spPr>
          <a:xfrm xmlns:a="http://schemas.openxmlformats.org/drawingml/2006/main">
            <a:off x="12277725" y="4990290"/>
            <a:ext cx="51366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관련 기록을 군집으로</a:t>
            </a:r>
          </a:p>
        </p:txBody>
      </p:sp>
      <p:sp>
        <p:nvSpPr>
          <p:cNvPr id="7" name="paper-21-text-006">
            <a:extLst xmlns:a="http://schemas.openxmlformats.org/drawingml/2006/main">
              <a:ext uri="{FF2B5EF4-FFF2-40B4-BE49-F238E27FC236}">
                <a16:creationId xmlns:a16="http://schemas.microsoft.com/office/drawing/2014/main" id="{D58A3EA3-54F8-4D7C-A4A5-9CAF7E69A433}"/>
              </a:ext>
            </a:extLst>
          </p:cNvPr>
          <p:cNvSpPr>
            <a:spLocks xmlns:a="http://schemas.openxmlformats.org/drawingml/2006/main" noGrp="1"/>
          </p:cNvSpPr>
          <p:nvPr/>
        </p:nvSpPr>
        <p:spPr>
          <a:xfrm xmlns:a="http://schemas.openxmlformats.org/drawingml/2006/main">
            <a:off x="7106412" y="3447907"/>
            <a:ext cx="1217676"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종목</a:t>
            </a:r>
          </a:p>
        </p:txBody>
      </p:sp>
      <p:sp>
        <p:nvSpPr>
          <p:cNvPr id="8" name="paper-21-text-007">
            <a:extLst xmlns:a="http://schemas.openxmlformats.org/drawingml/2006/main">
              <a:ext uri="{FF2B5EF4-FFF2-40B4-BE49-F238E27FC236}">
                <a16:creationId xmlns:a16="http://schemas.microsoft.com/office/drawing/2014/main" id="{0E1E8BE5-5F76-4F20-A2A9-BC34A7902C01}"/>
              </a:ext>
            </a:extLst>
          </p:cNvPr>
          <p:cNvSpPr>
            <a:spLocks xmlns:a="http://schemas.openxmlformats.org/drawingml/2006/main" noGrp="1"/>
          </p:cNvSpPr>
          <p:nvPr/>
        </p:nvSpPr>
        <p:spPr>
          <a:xfrm xmlns:a="http://schemas.openxmlformats.org/drawingml/2006/main">
            <a:off x="9144762" y="3095482"/>
            <a:ext cx="1465326"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관심사</a:t>
            </a:r>
          </a:p>
        </p:txBody>
      </p:sp>
      <p:sp>
        <p:nvSpPr>
          <p:cNvPr id="9" name="paper-21-text-008">
            <a:extLst xmlns:a="http://schemas.openxmlformats.org/drawingml/2006/main">
              <a:ext uri="{FF2B5EF4-FFF2-40B4-BE49-F238E27FC236}">
                <a16:creationId xmlns:a16="http://schemas.microsoft.com/office/drawing/2014/main" id="{B0346E48-833A-452D-860D-34C6C571ECF1}"/>
              </a:ext>
            </a:extLst>
          </p:cNvPr>
          <p:cNvSpPr>
            <a:spLocks xmlns:a="http://schemas.openxmlformats.org/drawingml/2006/main" noGrp="1"/>
          </p:cNvSpPr>
          <p:nvPr/>
        </p:nvSpPr>
        <p:spPr>
          <a:xfrm xmlns:a="http://schemas.openxmlformats.org/drawingml/2006/main">
            <a:off x="7901136" y="3895725"/>
            <a:ext cx="121775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5F6368"/>
                </a:solidFill>
                <a:latin typeface="Noto Sans KR"/>
                <a:ea typeface="Noto Sans KR"/>
                <a:cs typeface="Noto Sans KR"/>
              </a:defRPr>
            </a:pPr>
            <a:r>
              <a:rPr sz="1950" b="0" i="0">
                <a:solidFill>
                  <a:srgbClr val="5F6368"/>
                </a:solidFill>
                <a:latin typeface="Noto Sans KR"/>
                <a:ea typeface="Noto Sans KR"/>
                <a:cs typeface="Noto Sans KR"/>
              </a:rPr>
              <a:t>판단 이유</a:t>
            </a:r>
          </a:p>
        </p:txBody>
      </p:sp>
      <p:sp>
        <p:nvSpPr>
          <p:cNvPr id="10" name="paper-21-text-009">
            <a:extLst xmlns:a="http://schemas.openxmlformats.org/drawingml/2006/main">
              <a:ext uri="{FF2B5EF4-FFF2-40B4-BE49-F238E27FC236}">
                <a16:creationId xmlns:a16="http://schemas.microsoft.com/office/drawing/2014/main" id="{71F84919-EDB0-49D8-8EC8-9F2A792D67AC}"/>
              </a:ext>
            </a:extLst>
          </p:cNvPr>
          <p:cNvSpPr>
            <a:spLocks xmlns:a="http://schemas.openxmlformats.org/drawingml/2006/main" noGrp="1"/>
          </p:cNvSpPr>
          <p:nvPr/>
        </p:nvSpPr>
        <p:spPr>
          <a:xfrm xmlns:a="http://schemas.openxmlformats.org/drawingml/2006/main">
            <a:off x="6581775" y="6812756"/>
            <a:ext cx="5029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0" i="0">
                <a:solidFill>
                  <a:srgbClr val="1A73E8"/>
                </a:solidFill>
                <a:latin typeface="Noto Sans KR"/>
                <a:ea typeface="Noto Sans KR"/>
                <a:cs typeface="Noto Sans KR"/>
              </a:defRPr>
            </a:pPr>
            <a:r>
              <a:rPr sz="3750" b="0" i="0">
                <a:solidFill>
                  <a:srgbClr val="1A73E8"/>
                </a:solidFill>
                <a:latin typeface="Noto Sans KR"/>
                <a:ea typeface="Noto Sans KR"/>
                <a:cs typeface="Noto Sans KR"/>
              </a:rPr>
              <a:t>지식 그래프</a:t>
            </a:r>
          </a:p>
        </p:txBody>
      </p:sp>
      <p:sp>
        <p:nvSpPr>
          <p:cNvPr id="11" name="paper-21-text-010">
            <a:extLst xmlns:a="http://schemas.openxmlformats.org/drawingml/2006/main">
              <a:ext uri="{FF2B5EF4-FFF2-40B4-BE49-F238E27FC236}">
                <a16:creationId xmlns:a16="http://schemas.microsoft.com/office/drawing/2014/main" id="{7AF1E686-B76D-46B7-B783-306AE5DDF3BE}"/>
              </a:ext>
            </a:extLst>
          </p:cNvPr>
          <p:cNvSpPr>
            <a:spLocks xmlns:a="http://schemas.openxmlformats.org/drawingml/2006/main" noGrp="1"/>
          </p:cNvSpPr>
          <p:nvPr/>
        </p:nvSpPr>
        <p:spPr>
          <a:xfrm xmlns:a="http://schemas.openxmlformats.org/drawingml/2006/main">
            <a:off x="10277475" y="7589806"/>
            <a:ext cx="7491984" cy="13971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Preferential</a:t>
            </a:r>
          </a:p>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Attachment Score</a:t>
            </a:r>
          </a:p>
        </p:txBody>
      </p:sp>
      <p:sp>
        <p:nvSpPr>
          <p:cNvPr id="12" name="paper-21-text-011">
            <a:extLst xmlns:a="http://schemas.openxmlformats.org/drawingml/2006/main">
              <a:ext uri="{FF2B5EF4-FFF2-40B4-BE49-F238E27FC236}">
                <a16:creationId xmlns:a16="http://schemas.microsoft.com/office/drawing/2014/main" id="{07EE7C59-04BC-49E9-A675-E02DDE387BC7}"/>
              </a:ext>
            </a:extLst>
          </p:cNvPr>
          <p:cNvSpPr>
            <a:spLocks xmlns:a="http://schemas.openxmlformats.org/drawingml/2006/main" noGrp="1"/>
          </p:cNvSpPr>
          <p:nvPr/>
        </p:nvSpPr>
        <p:spPr>
          <a:xfrm xmlns:a="http://schemas.openxmlformats.org/drawingml/2006/main">
            <a:off x="10277475" y="9086040"/>
            <a:ext cx="72321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숨은 연결 관계를 탐색</a:t>
            </a:r>
          </a:p>
        </p:txBody>
      </p:sp>
    </p:spTree>
    <p:extLst>
      <p:ext uri="{BB962C8B-B14F-4D97-AF65-F5344CB8AC3E}">
        <p14:creationId xmlns:p14="http://schemas.microsoft.com/office/powerpoint/2010/main" val="9660294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a629895d9b64fb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2-text-001">
            <a:extLst xmlns:a="http://schemas.openxmlformats.org/drawingml/2006/main">
              <a:ext uri="{FF2B5EF4-FFF2-40B4-BE49-F238E27FC236}">
                <a16:creationId xmlns:a16="http://schemas.microsoft.com/office/drawing/2014/main" id="{932E1D8E-9E54-4914-B44E-2D7C85066177}"/>
              </a:ext>
            </a:extLst>
          </p:cNvPr>
          <p:cNvSpPr>
            <a:spLocks xmlns:a="http://schemas.openxmlformats.org/drawingml/2006/main" noGrp="1"/>
          </p:cNvSpPr>
          <p:nvPr/>
        </p:nvSpPr>
        <p:spPr>
          <a:xfrm xmlns:a="http://schemas.openxmlformats.org/drawingml/2006/main">
            <a:off x="1133475" y="1237679"/>
            <a:ext cx="7563612" cy="2440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700" b="0" i="0">
                <a:solidFill>
                  <a:srgbClr val="202124"/>
                </a:solidFill>
                <a:latin typeface="Arial"/>
                <a:ea typeface="Arial"/>
                <a:cs typeface="Arial"/>
              </a:defRPr>
            </a:pPr>
            <a:r>
              <a:rPr sz="8700" b="0" i="0">
                <a:solidFill>
                  <a:srgbClr val="202124"/>
                </a:solidFill>
                <a:latin typeface="Arial"/>
                <a:ea typeface="Arial"/>
                <a:cs typeface="Arial"/>
              </a:rPr>
              <a:t>Graph</a:t>
            </a:r>
          </a:p>
          <a:p xmlns:a="http://schemas.openxmlformats.org/drawingml/2006/main">
            <a:pPr algn="l">
              <a:defRPr sz="8700" b="0" i="0">
                <a:solidFill>
                  <a:srgbClr val="202124"/>
                </a:solidFill>
                <a:latin typeface="Arial"/>
                <a:ea typeface="Arial"/>
                <a:cs typeface="Arial"/>
              </a:defRPr>
            </a:pPr>
            <a:r>
              <a:rPr sz="8700" b="0" i="0">
                <a:solidFill>
                  <a:srgbClr val="202124"/>
                </a:solidFill>
                <a:latin typeface="Arial"/>
                <a:ea typeface="Arial"/>
                <a:cs typeface="Arial"/>
              </a:rPr>
              <a:t>Memory</a:t>
            </a:r>
          </a:p>
        </p:txBody>
      </p:sp>
      <p:sp>
        <p:nvSpPr>
          <p:cNvPr id="3" name="paper-22-text-002">
            <a:extLst xmlns:a="http://schemas.openxmlformats.org/drawingml/2006/main">
              <a:ext uri="{FF2B5EF4-FFF2-40B4-BE49-F238E27FC236}">
                <a16:creationId xmlns:a16="http://schemas.microsoft.com/office/drawing/2014/main" id="{6739AE48-EAB4-4CD1-9501-AD9CC9668DFD}"/>
              </a:ext>
            </a:extLst>
          </p:cNvPr>
          <p:cNvSpPr>
            <a:spLocks xmlns:a="http://schemas.openxmlformats.org/drawingml/2006/main" noGrp="1"/>
          </p:cNvSpPr>
          <p:nvPr/>
        </p:nvSpPr>
        <p:spPr>
          <a:xfrm xmlns:a="http://schemas.openxmlformats.org/drawingml/2006/main">
            <a:off x="1133475" y="3888581"/>
            <a:ext cx="7010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대화를 지식으로</a:t>
            </a:r>
          </a:p>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구조화합니다</a:t>
            </a:r>
          </a:p>
        </p:txBody>
      </p:sp>
      <p:sp>
        <p:nvSpPr>
          <p:cNvPr id="4" name="paper-22-text-003">
            <a:extLst xmlns:a="http://schemas.openxmlformats.org/drawingml/2006/main">
              <a:ext uri="{FF2B5EF4-FFF2-40B4-BE49-F238E27FC236}">
                <a16:creationId xmlns:a16="http://schemas.microsoft.com/office/drawing/2014/main" id="{D4D924FF-B45F-4BF5-AD88-1B5BA02A7258}"/>
              </a:ext>
            </a:extLst>
          </p:cNvPr>
          <p:cNvSpPr>
            <a:spLocks xmlns:a="http://schemas.openxmlformats.org/drawingml/2006/main" noGrp="1"/>
          </p:cNvSpPr>
          <p:nvPr/>
        </p:nvSpPr>
        <p:spPr>
          <a:xfrm xmlns:a="http://schemas.openxmlformats.org/drawingml/2006/main">
            <a:off x="9020175" y="15049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대화 예시</a:t>
            </a:r>
          </a:p>
        </p:txBody>
      </p:sp>
      <p:sp>
        <p:nvSpPr>
          <p:cNvPr id="5" name="paper-22-text-004">
            <a:extLst xmlns:a="http://schemas.openxmlformats.org/drawingml/2006/main">
              <a:ext uri="{FF2B5EF4-FFF2-40B4-BE49-F238E27FC236}">
                <a16:creationId xmlns:a16="http://schemas.microsoft.com/office/drawing/2014/main" id="{F526AD96-0448-4972-9615-3111D84F94FE}"/>
              </a:ext>
            </a:extLst>
          </p:cNvPr>
          <p:cNvSpPr>
            <a:spLocks xmlns:a="http://schemas.openxmlformats.org/drawingml/2006/main" noGrp="1"/>
          </p:cNvSpPr>
          <p:nvPr/>
        </p:nvSpPr>
        <p:spPr>
          <a:xfrm xmlns:a="http://schemas.openxmlformats.org/drawingml/2006/main">
            <a:off x="9020175" y="2016490"/>
            <a:ext cx="8234934" cy="1135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i="0">
                <a:solidFill>
                  <a:srgbClr val="202124"/>
                </a:solidFill>
                <a:latin typeface="Noto Sans KR"/>
                <a:ea typeface="Noto Sans KR"/>
                <a:cs typeface="Noto Sans KR"/>
              </a:defRPr>
            </a:pPr>
            <a:r>
              <a:rPr sz="2775" b="0" i="0">
                <a:solidFill>
                  <a:srgbClr val="202124"/>
                </a:solidFill>
                <a:latin typeface="Noto Sans KR"/>
                <a:ea typeface="Noto Sans KR"/>
                <a:cs typeface="Noto Sans KR"/>
              </a:rPr>
              <a:t>“삼성전자는 반도체 성장성 때문에</a:t>
            </a:r>
          </a:p>
          <a:p xmlns:a="http://schemas.openxmlformats.org/drawingml/2006/main">
            <a:pPr algn="l">
              <a:defRPr sz="2775" b="0" i="0">
                <a:solidFill>
                  <a:srgbClr val="202124"/>
                </a:solidFill>
                <a:latin typeface="Noto Sans KR"/>
                <a:ea typeface="Noto Sans KR"/>
                <a:cs typeface="Noto Sans KR"/>
              </a:defRPr>
            </a:pPr>
            <a:r>
              <a:rPr sz="2775" b="0" i="0">
                <a:solidFill>
                  <a:srgbClr val="202124"/>
                </a:solidFill>
                <a:latin typeface="Noto Sans KR"/>
                <a:ea typeface="Noto Sans KR"/>
                <a:cs typeface="Noto Sans KR"/>
              </a:rPr>
              <a:t>관심 있게 보고 있어요.”</a:t>
            </a:r>
          </a:p>
        </p:txBody>
      </p:sp>
      <p:sp>
        <p:nvSpPr>
          <p:cNvPr id="6" name="paper-22-text-005">
            <a:extLst xmlns:a="http://schemas.openxmlformats.org/drawingml/2006/main">
              <a:ext uri="{FF2B5EF4-FFF2-40B4-BE49-F238E27FC236}">
                <a16:creationId xmlns:a16="http://schemas.microsoft.com/office/drawing/2014/main" id="{13C1A232-69FA-40DC-8907-E15E5FF27741}"/>
              </a:ext>
            </a:extLst>
          </p:cNvPr>
          <p:cNvSpPr>
            <a:spLocks xmlns:a="http://schemas.openxmlformats.org/drawingml/2006/main" noGrp="1"/>
          </p:cNvSpPr>
          <p:nvPr/>
        </p:nvSpPr>
        <p:spPr>
          <a:xfrm xmlns:a="http://schemas.openxmlformats.org/drawingml/2006/main">
            <a:off x="9039225" y="3721799"/>
            <a:ext cx="2225802" cy="524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0" i="0">
                <a:solidFill>
                  <a:srgbClr val="202124"/>
                </a:solidFill>
                <a:latin typeface="Noto Sans KR"/>
                <a:ea typeface="Noto Sans KR"/>
                <a:cs typeface="Noto Sans KR"/>
              </a:defRPr>
            </a:pPr>
            <a:r>
              <a:rPr sz="2700" b="0" i="0">
                <a:solidFill>
                  <a:srgbClr val="202124"/>
                </a:solidFill>
                <a:latin typeface="Noto Sans KR"/>
                <a:ea typeface="Noto Sans KR"/>
                <a:cs typeface="Noto Sans KR"/>
              </a:rPr>
              <a:t>투자자</a:t>
            </a:r>
          </a:p>
        </p:txBody>
      </p:sp>
      <p:sp>
        <p:nvSpPr>
          <p:cNvPr id="7" name="paper-22-text-006">
            <a:extLst xmlns:a="http://schemas.openxmlformats.org/drawingml/2006/main">
              <a:ext uri="{FF2B5EF4-FFF2-40B4-BE49-F238E27FC236}">
                <a16:creationId xmlns:a16="http://schemas.microsoft.com/office/drawing/2014/main" id="{551D2D3B-7EF5-41FF-8000-977CECF8EB81}"/>
              </a:ext>
            </a:extLst>
          </p:cNvPr>
          <p:cNvSpPr>
            <a:spLocks xmlns:a="http://schemas.openxmlformats.org/drawingml/2006/main" noGrp="1"/>
          </p:cNvSpPr>
          <p:nvPr/>
        </p:nvSpPr>
        <p:spPr>
          <a:xfrm xmlns:a="http://schemas.openxmlformats.org/drawingml/2006/main">
            <a:off x="14665833" y="3721799"/>
            <a:ext cx="2377059" cy="524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700" b="0" i="0">
                <a:solidFill>
                  <a:srgbClr val="202124"/>
                </a:solidFill>
                <a:latin typeface="Noto Sans KR"/>
                <a:ea typeface="Noto Sans KR"/>
                <a:cs typeface="Noto Sans KR"/>
              </a:defRPr>
            </a:pPr>
            <a:r>
              <a:rPr sz="2700" b="0" i="0">
                <a:solidFill>
                  <a:srgbClr val="202124"/>
                </a:solidFill>
                <a:latin typeface="Noto Sans KR"/>
                <a:ea typeface="Noto Sans KR"/>
                <a:cs typeface="Noto Sans KR"/>
              </a:rPr>
              <a:t>삼성전자</a:t>
            </a:r>
          </a:p>
        </p:txBody>
      </p:sp>
      <p:sp>
        <p:nvSpPr>
          <p:cNvPr id="8" name="paper-22-text-007">
            <a:extLst xmlns:a="http://schemas.openxmlformats.org/drawingml/2006/main">
              <a:ext uri="{FF2B5EF4-FFF2-40B4-BE49-F238E27FC236}">
                <a16:creationId xmlns:a16="http://schemas.microsoft.com/office/drawing/2014/main" id="{0F3F2E0F-0BC2-456E-B1FC-4C9B778D41CE}"/>
              </a:ext>
            </a:extLst>
          </p:cNvPr>
          <p:cNvSpPr>
            <a:spLocks xmlns:a="http://schemas.openxmlformats.org/drawingml/2006/main" noGrp="1"/>
          </p:cNvSpPr>
          <p:nvPr/>
        </p:nvSpPr>
        <p:spPr>
          <a:xfrm xmlns:a="http://schemas.openxmlformats.org/drawingml/2006/main">
            <a:off x="11945112" y="4590907"/>
            <a:ext cx="1217676" cy="486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1A73E8"/>
                </a:solidFill>
                <a:latin typeface="Noto Sans KR"/>
                <a:ea typeface="Noto Sans KR"/>
                <a:cs typeface="Noto Sans KR"/>
              </a:defRPr>
            </a:pPr>
            <a:r>
              <a:rPr sz="2175" b="0" i="0">
                <a:solidFill>
                  <a:srgbClr val="1A73E8"/>
                </a:solidFill>
                <a:latin typeface="Noto Sans KR"/>
                <a:ea typeface="Noto Sans KR"/>
                <a:cs typeface="Noto Sans KR"/>
              </a:rPr>
              <a:t>관심</a:t>
            </a:r>
          </a:p>
        </p:txBody>
      </p:sp>
      <p:sp>
        <p:nvSpPr>
          <p:cNvPr id="9" name="paper-22-text-008">
            <a:extLst xmlns:a="http://schemas.openxmlformats.org/drawingml/2006/main">
              <a:ext uri="{FF2B5EF4-FFF2-40B4-BE49-F238E27FC236}">
                <a16:creationId xmlns:a16="http://schemas.microsoft.com/office/drawing/2014/main" id="{0DB68A2B-8B69-45DC-A036-4771E1E46CDA}"/>
              </a:ext>
            </a:extLst>
          </p:cNvPr>
          <p:cNvSpPr>
            <a:spLocks xmlns:a="http://schemas.openxmlformats.org/drawingml/2006/main" noGrp="1"/>
          </p:cNvSpPr>
          <p:nvPr/>
        </p:nvSpPr>
        <p:spPr>
          <a:xfrm xmlns:a="http://schemas.openxmlformats.org/drawingml/2006/main">
            <a:off x="9039225" y="5105400"/>
            <a:ext cx="2721864"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Arial"/>
                <a:ea typeface="Arial"/>
                <a:cs typeface="Arial"/>
              </a:defRPr>
            </a:pPr>
            <a:r>
              <a:rPr sz="2025" b="0" i="0">
                <a:solidFill>
                  <a:srgbClr val="5F6368"/>
                </a:solidFill>
                <a:latin typeface="Arial"/>
                <a:ea typeface="Arial"/>
                <a:cs typeface="Arial"/>
              </a:rPr>
              <a:t>source_entity_id</a:t>
            </a:r>
          </a:p>
        </p:txBody>
      </p:sp>
      <p:sp>
        <p:nvSpPr>
          <p:cNvPr id="10" name="paper-22-text-009">
            <a:extLst xmlns:a="http://schemas.openxmlformats.org/drawingml/2006/main">
              <a:ext uri="{FF2B5EF4-FFF2-40B4-BE49-F238E27FC236}">
                <a16:creationId xmlns:a16="http://schemas.microsoft.com/office/drawing/2014/main" id="{540AD950-1240-4BA3-AF94-4B83FEDBEAAE}"/>
              </a:ext>
            </a:extLst>
          </p:cNvPr>
          <p:cNvSpPr>
            <a:spLocks xmlns:a="http://schemas.openxmlformats.org/drawingml/2006/main" noGrp="1"/>
          </p:cNvSpPr>
          <p:nvPr/>
        </p:nvSpPr>
        <p:spPr>
          <a:xfrm xmlns:a="http://schemas.openxmlformats.org/drawingml/2006/main">
            <a:off x="14316456" y="5105400"/>
            <a:ext cx="2685288"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025" b="0" i="0">
                <a:solidFill>
                  <a:srgbClr val="5F6368"/>
                </a:solidFill>
                <a:latin typeface="Arial"/>
                <a:ea typeface="Arial"/>
                <a:cs typeface="Arial"/>
              </a:defRPr>
            </a:pPr>
            <a:r>
              <a:rPr sz="2025" b="0" i="0">
                <a:solidFill>
                  <a:srgbClr val="5F6368"/>
                </a:solidFill>
                <a:latin typeface="Arial"/>
                <a:ea typeface="Arial"/>
                <a:cs typeface="Arial"/>
              </a:rPr>
              <a:t>target_entity_id</a:t>
            </a:r>
          </a:p>
        </p:txBody>
      </p:sp>
      <p:sp>
        <p:nvSpPr>
          <p:cNvPr id="11" name="paper-22-text-010">
            <a:extLst xmlns:a="http://schemas.openxmlformats.org/drawingml/2006/main">
              <a:ext uri="{FF2B5EF4-FFF2-40B4-BE49-F238E27FC236}">
                <a16:creationId xmlns:a16="http://schemas.microsoft.com/office/drawing/2014/main" id="{644E634F-C75D-42CE-A730-D8C0AC00C834}"/>
              </a:ext>
            </a:extLst>
          </p:cNvPr>
          <p:cNvSpPr>
            <a:spLocks xmlns:a="http://schemas.openxmlformats.org/drawingml/2006/main" noGrp="1"/>
          </p:cNvSpPr>
          <p:nvPr/>
        </p:nvSpPr>
        <p:spPr>
          <a:xfrm xmlns:a="http://schemas.openxmlformats.org/drawingml/2006/main">
            <a:off x="9020175" y="5800725"/>
            <a:ext cx="1949196"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i="0">
                <a:solidFill>
                  <a:srgbClr val="5F6368"/>
                </a:solidFill>
                <a:latin typeface="Arial"/>
                <a:ea typeface="Arial"/>
                <a:cs typeface="Arial"/>
              </a:defRPr>
            </a:pPr>
            <a:r>
              <a:rPr sz="2100" b="0" i="0">
                <a:solidFill>
                  <a:srgbClr val="5F6368"/>
                </a:solidFill>
                <a:latin typeface="Arial"/>
                <a:ea typeface="Arial"/>
                <a:cs typeface="Arial"/>
              </a:rPr>
              <a:t>rationale</a:t>
            </a:r>
          </a:p>
        </p:txBody>
      </p:sp>
      <p:sp>
        <p:nvSpPr>
          <p:cNvPr id="12" name="paper-22-text-011">
            <a:extLst xmlns:a="http://schemas.openxmlformats.org/drawingml/2006/main">
              <a:ext uri="{FF2B5EF4-FFF2-40B4-BE49-F238E27FC236}">
                <a16:creationId xmlns:a16="http://schemas.microsoft.com/office/drawing/2014/main" id="{342F8801-AC71-446C-BB20-68AD58362897}"/>
              </a:ext>
            </a:extLst>
          </p:cNvPr>
          <p:cNvSpPr>
            <a:spLocks xmlns:a="http://schemas.openxmlformats.org/drawingml/2006/main" noGrp="1"/>
          </p:cNvSpPr>
          <p:nvPr/>
        </p:nvSpPr>
        <p:spPr>
          <a:xfrm xmlns:a="http://schemas.openxmlformats.org/drawingml/2006/main">
            <a:off x="11077575" y="5799915"/>
            <a:ext cx="1991606" cy="441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Noto Sans KR"/>
                <a:ea typeface="Noto Sans KR"/>
                <a:cs typeface="Noto Sans KR"/>
              </a:defRPr>
            </a:pPr>
            <a:r>
              <a:rPr sz="2325" b="0" i="0">
                <a:solidFill>
                  <a:srgbClr val="202124"/>
                </a:solidFill>
                <a:latin typeface="Noto Sans KR"/>
                <a:ea typeface="Noto Sans KR"/>
                <a:cs typeface="Noto Sans KR"/>
              </a:rPr>
              <a:t>반도체 성장성</a:t>
            </a:r>
          </a:p>
        </p:txBody>
      </p:sp>
      <p:sp>
        <p:nvSpPr>
          <p:cNvPr id="13" name="paper-22-text-012">
            <a:extLst xmlns:a="http://schemas.openxmlformats.org/drawingml/2006/main">
              <a:ext uri="{FF2B5EF4-FFF2-40B4-BE49-F238E27FC236}">
                <a16:creationId xmlns:a16="http://schemas.microsoft.com/office/drawing/2014/main" id="{ED7263A2-FD75-4912-A069-F3E4CA191CFB}"/>
              </a:ext>
            </a:extLst>
          </p:cNvPr>
          <p:cNvSpPr>
            <a:spLocks xmlns:a="http://schemas.openxmlformats.org/drawingml/2006/main" noGrp="1"/>
          </p:cNvSpPr>
          <p:nvPr/>
        </p:nvSpPr>
        <p:spPr>
          <a:xfrm xmlns:a="http://schemas.openxmlformats.org/drawingml/2006/main">
            <a:off x="9020175" y="6315075"/>
            <a:ext cx="1949196"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i="0">
                <a:solidFill>
                  <a:srgbClr val="5F6368"/>
                </a:solidFill>
                <a:latin typeface="Arial"/>
                <a:ea typeface="Arial"/>
                <a:cs typeface="Arial"/>
              </a:defRPr>
            </a:pPr>
            <a:r>
              <a:rPr sz="2100" b="0" i="0">
                <a:solidFill>
                  <a:srgbClr val="5F6368"/>
                </a:solidFill>
                <a:latin typeface="Arial"/>
                <a:ea typeface="Arial"/>
                <a:cs typeface="Arial"/>
              </a:rPr>
              <a:t>source_id</a:t>
            </a:r>
          </a:p>
        </p:txBody>
      </p:sp>
      <p:sp>
        <p:nvSpPr>
          <p:cNvPr id="14" name="paper-22-text-013">
            <a:extLst xmlns:a="http://schemas.openxmlformats.org/drawingml/2006/main">
              <a:ext uri="{FF2B5EF4-FFF2-40B4-BE49-F238E27FC236}">
                <a16:creationId xmlns:a16="http://schemas.microsoft.com/office/drawing/2014/main" id="{F8A295A7-0B87-4520-BF28-83E6574457F5}"/>
              </a:ext>
            </a:extLst>
          </p:cNvPr>
          <p:cNvSpPr>
            <a:spLocks xmlns:a="http://schemas.openxmlformats.org/drawingml/2006/main" noGrp="1"/>
          </p:cNvSpPr>
          <p:nvPr/>
        </p:nvSpPr>
        <p:spPr>
          <a:xfrm xmlns:a="http://schemas.openxmlformats.org/drawingml/2006/main">
            <a:off x="11077575" y="6314265"/>
            <a:ext cx="2700177" cy="441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Noto Sans KR"/>
                <a:ea typeface="Noto Sans KR"/>
                <a:cs typeface="Noto Sans KR"/>
              </a:defRPr>
            </a:pPr>
            <a:r>
              <a:rPr sz="2325" b="0" i="0">
                <a:solidFill>
                  <a:srgbClr val="202124"/>
                </a:solidFill>
                <a:latin typeface="Noto Sans KR"/>
                <a:ea typeface="Noto Sans KR"/>
                <a:cs typeface="Noto Sans KR"/>
              </a:rPr>
              <a:t>해당 대화 기록 참조</a:t>
            </a:r>
          </a:p>
        </p:txBody>
      </p:sp>
      <p:sp>
        <p:nvSpPr>
          <p:cNvPr id="15" name="paper-22-text-014">
            <a:extLst xmlns:a="http://schemas.openxmlformats.org/drawingml/2006/main">
              <a:ext uri="{FF2B5EF4-FFF2-40B4-BE49-F238E27FC236}">
                <a16:creationId xmlns:a16="http://schemas.microsoft.com/office/drawing/2014/main" id="{02FEDE59-3718-40ED-921B-E17359E0FACB}"/>
              </a:ext>
            </a:extLst>
          </p:cNvPr>
          <p:cNvSpPr>
            <a:spLocks xmlns:a="http://schemas.openxmlformats.org/drawingml/2006/main" noGrp="1"/>
          </p:cNvSpPr>
          <p:nvPr/>
        </p:nvSpPr>
        <p:spPr>
          <a:xfrm xmlns:a="http://schemas.openxmlformats.org/drawingml/2006/main">
            <a:off x="9020175" y="6829425"/>
            <a:ext cx="1949196"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i="0">
                <a:solidFill>
                  <a:srgbClr val="5F6368"/>
                </a:solidFill>
                <a:latin typeface="Arial"/>
                <a:ea typeface="Arial"/>
                <a:cs typeface="Arial"/>
              </a:defRPr>
            </a:pPr>
            <a:r>
              <a:rPr sz="2100" b="0" i="0">
                <a:solidFill>
                  <a:srgbClr val="5F6368"/>
                </a:solidFill>
                <a:latin typeface="Arial"/>
                <a:ea typeface="Arial"/>
                <a:cs typeface="Arial"/>
              </a:rPr>
              <a:t>observed_at</a:t>
            </a:r>
          </a:p>
        </p:txBody>
      </p:sp>
      <p:sp>
        <p:nvSpPr>
          <p:cNvPr id="16" name="paper-22-text-015">
            <a:extLst xmlns:a="http://schemas.openxmlformats.org/drawingml/2006/main">
              <a:ext uri="{FF2B5EF4-FFF2-40B4-BE49-F238E27FC236}">
                <a16:creationId xmlns:a16="http://schemas.microsoft.com/office/drawing/2014/main" id="{4E85F7C9-6319-4D07-B9B4-66F83F44D79A}"/>
              </a:ext>
            </a:extLst>
          </p:cNvPr>
          <p:cNvSpPr>
            <a:spLocks xmlns:a="http://schemas.openxmlformats.org/drawingml/2006/main" noGrp="1"/>
          </p:cNvSpPr>
          <p:nvPr/>
        </p:nvSpPr>
        <p:spPr>
          <a:xfrm xmlns:a="http://schemas.openxmlformats.org/drawingml/2006/main">
            <a:off x="11077575" y="6828949"/>
            <a:ext cx="2270760"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i="0">
                <a:solidFill>
                  <a:srgbClr val="202124"/>
                </a:solidFill>
                <a:latin typeface="Noto Sans KR"/>
                <a:ea typeface="Noto Sans KR"/>
                <a:cs typeface="Noto Sans KR"/>
              </a:defRPr>
            </a:pPr>
            <a:r>
              <a:rPr sz="2250" b="0" i="0">
                <a:solidFill>
                  <a:srgbClr val="202124"/>
                </a:solidFill>
                <a:latin typeface="Noto Sans KR"/>
                <a:ea typeface="Noto Sans KR"/>
                <a:cs typeface="Noto Sans KR"/>
              </a:rPr>
              <a:t>기록의 관측 시점</a:t>
            </a:r>
          </a:p>
        </p:txBody>
      </p:sp>
      <p:sp>
        <p:nvSpPr>
          <p:cNvPr id="17" name="paper-22-text-016">
            <a:extLst xmlns:a="http://schemas.openxmlformats.org/drawingml/2006/main">
              <a:ext uri="{FF2B5EF4-FFF2-40B4-BE49-F238E27FC236}">
                <a16:creationId xmlns:a16="http://schemas.microsoft.com/office/drawing/2014/main" id="{8F9BC383-BECB-436B-A439-7BA4A6425A2C}"/>
              </a:ext>
            </a:extLst>
          </p:cNvPr>
          <p:cNvSpPr>
            <a:spLocks xmlns:a="http://schemas.openxmlformats.org/drawingml/2006/main" noGrp="1"/>
          </p:cNvSpPr>
          <p:nvPr/>
        </p:nvSpPr>
        <p:spPr>
          <a:xfrm xmlns:a="http://schemas.openxmlformats.org/drawingml/2006/main">
            <a:off x="1133475" y="8238315"/>
            <a:ext cx="71368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Noto Sans KR"/>
                <a:ea typeface="Noto Sans KR"/>
                <a:cs typeface="Noto Sans KR"/>
              </a:defRPr>
            </a:pPr>
            <a:r>
              <a:rPr sz="2325" b="0" i="0">
                <a:solidFill>
                  <a:srgbClr val="1A73E8"/>
                </a:solidFill>
                <a:latin typeface="Noto Sans KR"/>
                <a:ea typeface="Noto Sans KR"/>
                <a:cs typeface="Noto Sans KR"/>
              </a:rPr>
              <a:t>LLM 추출 → Pydantic 검증 → 저장</a:t>
            </a:r>
          </a:p>
        </p:txBody>
      </p:sp>
      <p:sp>
        <p:nvSpPr>
          <p:cNvPr id="18" name="paper-22-text-017">
            <a:extLst xmlns:a="http://schemas.openxmlformats.org/drawingml/2006/main">
              <a:ext uri="{FF2B5EF4-FFF2-40B4-BE49-F238E27FC236}">
                <a16:creationId xmlns:a16="http://schemas.microsoft.com/office/drawing/2014/main" id="{2D0FBA98-CE47-4AD6-92F2-422518DA4198}"/>
              </a:ext>
            </a:extLst>
          </p:cNvPr>
          <p:cNvSpPr>
            <a:spLocks xmlns:a="http://schemas.openxmlformats.org/drawingml/2006/main" noGrp="1"/>
          </p:cNvSpPr>
          <p:nvPr/>
        </p:nvSpPr>
        <p:spPr>
          <a:xfrm xmlns:a="http://schemas.openxmlformats.org/drawingml/2006/main">
            <a:off x="1133475" y="8791432"/>
            <a:ext cx="7120128"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Arial"/>
                <a:ea typeface="Arial"/>
                <a:cs typeface="Arial"/>
              </a:defRPr>
            </a:pPr>
            <a:r>
              <a:rPr sz="2175" b="0" i="0">
                <a:solidFill>
                  <a:srgbClr val="5F6368"/>
                </a:solidFill>
                <a:latin typeface="Arial"/>
                <a:ea typeface="Arial"/>
                <a:cs typeface="Arial"/>
              </a:rPr>
              <a:t>ExtractionEnvelopeV2</a:t>
            </a:r>
          </a:p>
        </p:txBody>
      </p:sp>
      <p:sp>
        <p:nvSpPr>
          <p:cNvPr id="19" name="paper-22-text-018">
            <a:extLst xmlns:a="http://schemas.openxmlformats.org/drawingml/2006/main">
              <a:ext uri="{FF2B5EF4-FFF2-40B4-BE49-F238E27FC236}">
                <a16:creationId xmlns:a16="http://schemas.microsoft.com/office/drawing/2014/main" id="{9B31E2F7-7B74-497C-A4EF-9D81D360A3C1}"/>
              </a:ext>
            </a:extLst>
          </p:cNvPr>
          <p:cNvSpPr>
            <a:spLocks xmlns:a="http://schemas.openxmlformats.org/drawingml/2006/main" noGrp="1"/>
          </p:cNvSpPr>
          <p:nvPr/>
        </p:nvSpPr>
        <p:spPr>
          <a:xfrm xmlns:a="http://schemas.openxmlformats.org/drawingml/2006/main">
            <a:off x="9020175" y="7781925"/>
            <a:ext cx="817016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confidence · 관계의 명시성</a:t>
            </a:r>
          </a:p>
        </p:txBody>
      </p:sp>
      <p:sp>
        <p:nvSpPr>
          <p:cNvPr id="20" name="paper-22-text-019">
            <a:extLst xmlns:a="http://schemas.openxmlformats.org/drawingml/2006/main">
              <a:ext uri="{FF2B5EF4-FFF2-40B4-BE49-F238E27FC236}">
                <a16:creationId xmlns:a16="http://schemas.microsoft.com/office/drawing/2014/main" id="{AAF1461D-A3B7-4080-94CF-E090C7ED4EEB}"/>
              </a:ext>
            </a:extLst>
          </p:cNvPr>
          <p:cNvSpPr>
            <a:spLocks xmlns:a="http://schemas.openxmlformats.org/drawingml/2006/main" noGrp="1"/>
          </p:cNvSpPr>
          <p:nvPr/>
        </p:nvSpPr>
        <p:spPr>
          <a:xfrm xmlns:a="http://schemas.openxmlformats.org/drawingml/2006/main">
            <a:off x="9020175" y="8515207"/>
            <a:ext cx="2700528" cy="876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3C4043"/>
                </a:solidFill>
                <a:latin typeface="Noto Sans KR"/>
                <a:ea typeface="Noto Sans KR"/>
                <a:cs typeface="Noto Sans KR"/>
              </a:defRPr>
            </a:pPr>
            <a:r>
              <a:rPr sz="2175" b="0" i="0">
                <a:solidFill>
                  <a:srgbClr val="3C4043"/>
                </a:solidFill>
                <a:latin typeface="Noto Sans KR"/>
                <a:ea typeface="Noto Sans KR"/>
                <a:cs typeface="Noto Sans KR"/>
              </a:rPr>
              <a:t>EXTRACTED</a:t>
            </a:r>
          </a:p>
          <a:p xmlns:a="http://schemas.openxmlformats.org/drawingml/2006/main">
            <a:pPr algn="l">
              <a:defRPr sz="2175" b="0" i="0">
                <a:solidFill>
                  <a:srgbClr val="3C4043"/>
                </a:solidFill>
                <a:latin typeface="Noto Sans KR"/>
                <a:ea typeface="Noto Sans KR"/>
                <a:cs typeface="Noto Sans KR"/>
              </a:defRPr>
            </a:pPr>
            <a:r>
              <a:rPr sz="2175" b="0" i="0">
                <a:solidFill>
                  <a:srgbClr val="3C4043"/>
                </a:solidFill>
                <a:latin typeface="Noto Sans KR"/>
                <a:ea typeface="Noto Sans KR"/>
                <a:cs typeface="Noto Sans KR"/>
              </a:rPr>
              <a:t>직접 말한 내용</a:t>
            </a:r>
          </a:p>
        </p:txBody>
      </p:sp>
      <p:sp>
        <p:nvSpPr>
          <p:cNvPr id="21" name="paper-22-text-020">
            <a:extLst xmlns:a="http://schemas.openxmlformats.org/drawingml/2006/main">
              <a:ext uri="{FF2B5EF4-FFF2-40B4-BE49-F238E27FC236}">
                <a16:creationId xmlns:a16="http://schemas.microsoft.com/office/drawing/2014/main" id="{B6BE3130-0CD5-4718-803F-DDE8589660A6}"/>
              </a:ext>
            </a:extLst>
          </p:cNvPr>
          <p:cNvSpPr>
            <a:spLocks xmlns:a="http://schemas.openxmlformats.org/drawingml/2006/main" noGrp="1"/>
          </p:cNvSpPr>
          <p:nvPr/>
        </p:nvSpPr>
        <p:spPr>
          <a:xfrm xmlns:a="http://schemas.openxmlformats.org/drawingml/2006/main">
            <a:off x="11763375" y="8515207"/>
            <a:ext cx="2395728" cy="876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3C4043"/>
                </a:solidFill>
                <a:latin typeface="Noto Sans KR"/>
                <a:ea typeface="Noto Sans KR"/>
                <a:cs typeface="Noto Sans KR"/>
              </a:defRPr>
            </a:pPr>
            <a:r>
              <a:rPr sz="2175" b="0" i="0">
                <a:solidFill>
                  <a:srgbClr val="3C4043"/>
                </a:solidFill>
                <a:latin typeface="Noto Sans KR"/>
                <a:ea typeface="Noto Sans KR"/>
                <a:cs typeface="Noto Sans KR"/>
              </a:rPr>
              <a:t>INFERRED</a:t>
            </a:r>
          </a:p>
          <a:p xmlns:a="http://schemas.openxmlformats.org/drawingml/2006/main">
            <a:pPr algn="l">
              <a:defRPr sz="2175" b="0" i="0">
                <a:solidFill>
                  <a:srgbClr val="3C4043"/>
                </a:solidFill>
                <a:latin typeface="Noto Sans KR"/>
                <a:ea typeface="Noto Sans KR"/>
                <a:cs typeface="Noto Sans KR"/>
              </a:defRPr>
            </a:pPr>
            <a:r>
              <a:rPr sz="2175" b="0" i="0">
                <a:solidFill>
                  <a:srgbClr val="3C4043"/>
                </a:solidFill>
                <a:latin typeface="Noto Sans KR"/>
                <a:ea typeface="Noto Sans KR"/>
                <a:cs typeface="Noto Sans KR"/>
              </a:rPr>
              <a:t>AI의 추론</a:t>
            </a:r>
          </a:p>
        </p:txBody>
      </p:sp>
      <p:sp>
        <p:nvSpPr>
          <p:cNvPr id="22" name="paper-22-text-021">
            <a:extLst xmlns:a="http://schemas.openxmlformats.org/drawingml/2006/main">
              <a:ext uri="{FF2B5EF4-FFF2-40B4-BE49-F238E27FC236}">
                <a16:creationId xmlns:a16="http://schemas.microsoft.com/office/drawing/2014/main" id="{F1AC0D63-3E4E-4934-8EF4-7780EBAF551D}"/>
              </a:ext>
            </a:extLst>
          </p:cNvPr>
          <p:cNvSpPr>
            <a:spLocks xmlns:a="http://schemas.openxmlformats.org/drawingml/2006/main" noGrp="1"/>
          </p:cNvSpPr>
          <p:nvPr/>
        </p:nvSpPr>
        <p:spPr>
          <a:xfrm xmlns:a="http://schemas.openxmlformats.org/drawingml/2006/main">
            <a:off x="14201775" y="8515207"/>
            <a:ext cx="3005328" cy="876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3C4043"/>
                </a:solidFill>
                <a:latin typeface="Noto Sans KR"/>
                <a:ea typeface="Noto Sans KR"/>
                <a:cs typeface="Noto Sans KR"/>
              </a:defRPr>
            </a:pPr>
            <a:r>
              <a:rPr sz="2175" b="0" i="0">
                <a:solidFill>
                  <a:srgbClr val="3C4043"/>
                </a:solidFill>
                <a:latin typeface="Noto Sans KR"/>
                <a:ea typeface="Noto Sans KR"/>
                <a:cs typeface="Noto Sans KR"/>
              </a:rPr>
              <a:t>AMBIGUOUS</a:t>
            </a:r>
          </a:p>
          <a:p xmlns:a="http://schemas.openxmlformats.org/drawingml/2006/main">
            <a:pPr algn="l">
              <a:defRPr sz="2175" b="0" i="0">
                <a:solidFill>
                  <a:srgbClr val="3C4043"/>
                </a:solidFill>
                <a:latin typeface="Noto Sans KR"/>
                <a:ea typeface="Noto Sans KR"/>
                <a:cs typeface="Noto Sans KR"/>
              </a:defRPr>
            </a:pPr>
            <a:r>
              <a:rPr sz="2175" b="0" i="0">
                <a:solidFill>
                  <a:srgbClr val="3C4043"/>
                </a:solidFill>
                <a:latin typeface="Noto Sans KR"/>
                <a:ea typeface="Noto Sans KR"/>
                <a:cs typeface="Noto Sans KR"/>
              </a:rPr>
              <a:t>확인이 필요한 내용</a:t>
            </a:r>
          </a:p>
        </p:txBody>
      </p:sp>
      <p:sp>
        <p:nvSpPr>
          <p:cNvPr id="23" name="paper-22-text-022">
            <a:extLst xmlns:a="http://schemas.openxmlformats.org/drawingml/2006/main">
              <a:ext uri="{FF2B5EF4-FFF2-40B4-BE49-F238E27FC236}">
                <a16:creationId xmlns:a16="http://schemas.microsoft.com/office/drawing/2014/main" id="{D98A3140-5A94-4D1E-825B-5AB7FE3530AB}"/>
              </a:ext>
            </a:extLst>
          </p:cNvPr>
          <p:cNvSpPr>
            <a:spLocks xmlns:a="http://schemas.openxmlformats.org/drawingml/2006/main" noGrp="1"/>
          </p:cNvSpPr>
          <p:nvPr/>
        </p:nvSpPr>
        <p:spPr>
          <a:xfrm xmlns:a="http://schemas.openxmlformats.org/drawingml/2006/main">
            <a:off x="1133475" y="5990415"/>
            <a:ext cx="6994017" cy="441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Arial"/>
                <a:ea typeface="Arial"/>
                <a:cs typeface="Arial"/>
              </a:defRPr>
            </a:pPr>
            <a:r>
              <a:rPr sz="2325" b="0" i="0">
                <a:solidFill>
                  <a:srgbClr val="1A73E8"/>
                </a:solidFill>
                <a:latin typeface="Arial"/>
                <a:ea typeface="Arial"/>
                <a:cs typeface="Arial"/>
              </a:rPr>
              <a:t>Entity</a:t>
            </a:r>
          </a:p>
        </p:txBody>
      </p:sp>
      <p:sp>
        <p:nvSpPr>
          <p:cNvPr id="24" name="paper-22-text-023">
            <a:extLst xmlns:a="http://schemas.openxmlformats.org/drawingml/2006/main">
              <a:ext uri="{FF2B5EF4-FFF2-40B4-BE49-F238E27FC236}">
                <a16:creationId xmlns:a16="http://schemas.microsoft.com/office/drawing/2014/main" id="{AC087C27-3E23-43DD-ACF6-6A9B23051125}"/>
              </a:ext>
            </a:extLst>
          </p:cNvPr>
          <p:cNvSpPr>
            <a:spLocks xmlns:a="http://schemas.openxmlformats.org/drawingml/2006/main" noGrp="1"/>
          </p:cNvSpPr>
          <p:nvPr/>
        </p:nvSpPr>
        <p:spPr>
          <a:xfrm xmlns:a="http://schemas.openxmlformats.org/drawingml/2006/main">
            <a:off x="1133475" y="6467332"/>
            <a:ext cx="6977253"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3C4043"/>
                </a:solidFill>
                <a:latin typeface="Arial"/>
                <a:ea typeface="Arial"/>
                <a:cs typeface="Arial"/>
              </a:defRPr>
            </a:pPr>
            <a:r>
              <a:rPr sz="2175" b="0" i="0">
                <a:solidFill>
                  <a:srgbClr val="3C4043"/>
                </a:solidFill>
                <a:latin typeface="Arial"/>
                <a:ea typeface="Arial"/>
                <a:cs typeface="Arial"/>
              </a:rPr>
              <a:t>id · kind · name · aliases · attributes</a:t>
            </a:r>
          </a:p>
        </p:txBody>
      </p:sp>
      <p:sp>
        <p:nvSpPr>
          <p:cNvPr id="25" name="paper-22-text-024">
            <a:extLst xmlns:a="http://schemas.openxmlformats.org/drawingml/2006/main">
              <a:ext uri="{FF2B5EF4-FFF2-40B4-BE49-F238E27FC236}">
                <a16:creationId xmlns:a16="http://schemas.microsoft.com/office/drawing/2014/main" id="{F2B247BB-89C4-4725-801E-E27DE20578D9}"/>
              </a:ext>
            </a:extLst>
          </p:cNvPr>
          <p:cNvSpPr>
            <a:spLocks xmlns:a="http://schemas.openxmlformats.org/drawingml/2006/main" noGrp="1"/>
          </p:cNvSpPr>
          <p:nvPr/>
        </p:nvSpPr>
        <p:spPr>
          <a:xfrm xmlns:a="http://schemas.openxmlformats.org/drawingml/2006/main">
            <a:off x="1133475" y="7057215"/>
            <a:ext cx="6994017" cy="441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Arial"/>
                <a:ea typeface="Arial"/>
                <a:cs typeface="Arial"/>
              </a:defRPr>
            </a:pPr>
            <a:r>
              <a:rPr sz="2325" b="0" i="0">
                <a:solidFill>
                  <a:srgbClr val="1A73E8"/>
                </a:solidFill>
                <a:latin typeface="Arial"/>
                <a:ea typeface="Arial"/>
                <a:cs typeface="Arial"/>
              </a:rPr>
              <a:t>Relation</a:t>
            </a:r>
          </a:p>
        </p:txBody>
      </p:sp>
      <p:sp>
        <p:nvSpPr>
          <p:cNvPr id="26" name="paper-22-text-025">
            <a:extLst xmlns:a="http://schemas.openxmlformats.org/drawingml/2006/main">
              <a:ext uri="{FF2B5EF4-FFF2-40B4-BE49-F238E27FC236}">
                <a16:creationId xmlns:a16="http://schemas.microsoft.com/office/drawing/2014/main" id="{59C29ED2-BCCB-428E-BD86-D75B6286FCBB}"/>
              </a:ext>
            </a:extLst>
          </p:cNvPr>
          <p:cNvSpPr>
            <a:spLocks xmlns:a="http://schemas.openxmlformats.org/drawingml/2006/main" noGrp="1"/>
          </p:cNvSpPr>
          <p:nvPr/>
        </p:nvSpPr>
        <p:spPr>
          <a:xfrm xmlns:a="http://schemas.openxmlformats.org/drawingml/2006/main">
            <a:off x="1133475" y="7534132"/>
            <a:ext cx="6977253"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3C4043"/>
                </a:solidFill>
                <a:latin typeface="Arial"/>
                <a:ea typeface="Arial"/>
                <a:cs typeface="Arial"/>
              </a:defRPr>
            </a:pPr>
            <a:r>
              <a:rPr sz="2175" b="0" i="0">
                <a:solidFill>
                  <a:srgbClr val="3C4043"/>
                </a:solidFill>
                <a:latin typeface="Arial"/>
                <a:ea typeface="Arial"/>
                <a:cs typeface="Arial"/>
              </a:rPr>
              <a:t>kind · source_entity_id → target_entity_id</a:t>
            </a:r>
          </a:p>
        </p:txBody>
      </p:sp>
    </p:spTree>
    <p:extLst>
      <p:ext uri="{BB962C8B-B14F-4D97-AF65-F5344CB8AC3E}">
        <p14:creationId xmlns:p14="http://schemas.microsoft.com/office/powerpoint/2010/main" val="6400355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f12c05b52cd476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3-text-001">
            <a:extLst xmlns:a="http://schemas.openxmlformats.org/drawingml/2006/main">
              <a:ext uri="{FF2B5EF4-FFF2-40B4-BE49-F238E27FC236}">
                <a16:creationId xmlns:a16="http://schemas.microsoft.com/office/drawing/2014/main" id="{A78DA8F2-9644-4188-AAE2-F2731D3CF85C}"/>
              </a:ext>
            </a:extLst>
          </p:cNvPr>
          <p:cNvSpPr>
            <a:spLocks xmlns:a="http://schemas.openxmlformats.org/drawingml/2006/main" noGrp="1"/>
          </p:cNvSpPr>
          <p:nvPr/>
        </p:nvSpPr>
        <p:spPr>
          <a:xfrm xmlns:a="http://schemas.openxmlformats.org/drawingml/2006/main">
            <a:off x="1133475" y="1231821"/>
            <a:ext cx="7566660" cy="2330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75" b="0" i="0">
                <a:solidFill>
                  <a:srgbClr val="202124"/>
                </a:solidFill>
                <a:latin typeface="Arial"/>
                <a:ea typeface="Arial"/>
                <a:cs typeface="Arial"/>
              </a:defRPr>
            </a:pPr>
            <a:r>
              <a:rPr sz="7875" b="0" i="0">
                <a:solidFill>
                  <a:srgbClr val="202124"/>
                </a:solidFill>
                <a:latin typeface="Arial"/>
                <a:ea typeface="Arial"/>
                <a:cs typeface="Arial"/>
              </a:rPr>
              <a:t>Greedy</a:t>
            </a:r>
          </a:p>
          <a:p xmlns:a="http://schemas.openxmlformats.org/drawingml/2006/main">
            <a:pPr algn="l">
              <a:defRPr sz="7875" b="0" i="0">
                <a:solidFill>
                  <a:srgbClr val="202124"/>
                </a:solidFill>
                <a:latin typeface="Arial"/>
                <a:ea typeface="Arial"/>
                <a:cs typeface="Arial"/>
              </a:defRPr>
            </a:pPr>
            <a:r>
              <a:rPr sz="7875" b="0" i="0">
                <a:solidFill>
                  <a:srgbClr val="202124"/>
                </a:solidFill>
                <a:latin typeface="Arial"/>
                <a:ea typeface="Arial"/>
                <a:cs typeface="Arial"/>
              </a:rPr>
              <a:t>Modularity</a:t>
            </a:r>
          </a:p>
        </p:txBody>
      </p:sp>
      <p:sp>
        <p:nvSpPr>
          <p:cNvPr id="3" name="paper-23-text-002">
            <a:extLst xmlns:a="http://schemas.openxmlformats.org/drawingml/2006/main">
              <a:ext uri="{FF2B5EF4-FFF2-40B4-BE49-F238E27FC236}">
                <a16:creationId xmlns:a16="http://schemas.microsoft.com/office/drawing/2014/main" id="{3CE09323-E0E7-4C71-B3EE-1FA4388D8979}"/>
              </a:ext>
            </a:extLst>
          </p:cNvPr>
          <p:cNvSpPr>
            <a:spLocks xmlns:a="http://schemas.openxmlformats.org/drawingml/2006/main" noGrp="1"/>
          </p:cNvSpPr>
          <p:nvPr/>
        </p:nvSpPr>
        <p:spPr>
          <a:xfrm xmlns:a="http://schemas.openxmlformats.org/drawingml/2006/main">
            <a:off x="1133475" y="3785140"/>
            <a:ext cx="7072122" cy="13757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0" i="0">
                <a:solidFill>
                  <a:srgbClr val="202124"/>
                </a:solidFill>
                <a:latin typeface="Noto Sans KR"/>
                <a:ea typeface="Noto Sans KR"/>
                <a:cs typeface="Noto Sans KR"/>
              </a:defRPr>
            </a:pPr>
            <a:r>
              <a:rPr sz="3450" b="0" i="0">
                <a:solidFill>
                  <a:srgbClr val="202124"/>
                </a:solidFill>
                <a:latin typeface="Noto Sans KR"/>
                <a:ea typeface="Noto Sans KR"/>
                <a:cs typeface="Noto Sans KR"/>
              </a:rPr>
              <a:t>연결이 밀집된 기록을</a:t>
            </a:r>
          </a:p>
          <a:p xmlns:a="http://schemas.openxmlformats.org/drawingml/2006/main">
            <a:pPr algn="l">
              <a:defRPr sz="3450" b="0" i="0">
                <a:solidFill>
                  <a:srgbClr val="202124"/>
                </a:solidFill>
                <a:latin typeface="Noto Sans KR"/>
                <a:ea typeface="Noto Sans KR"/>
                <a:cs typeface="Noto Sans KR"/>
              </a:defRPr>
            </a:pPr>
            <a:r>
              <a:rPr sz="3450" b="0" i="0">
                <a:solidFill>
                  <a:srgbClr val="202124"/>
                </a:solidFill>
                <a:latin typeface="Noto Sans KR"/>
                <a:ea typeface="Noto Sans KR"/>
                <a:cs typeface="Noto Sans KR"/>
              </a:rPr>
              <a:t>하나의 군집으로</a:t>
            </a:r>
          </a:p>
        </p:txBody>
      </p:sp>
      <p:sp>
        <p:nvSpPr>
          <p:cNvPr id="4" name="paper-23-text-003">
            <a:extLst xmlns:a="http://schemas.openxmlformats.org/drawingml/2006/main">
              <a:ext uri="{FF2B5EF4-FFF2-40B4-BE49-F238E27FC236}">
                <a16:creationId xmlns:a16="http://schemas.microsoft.com/office/drawing/2014/main" id="{51C215BE-BF2E-4A7C-9156-A0A562730E44}"/>
              </a:ext>
            </a:extLst>
          </p:cNvPr>
          <p:cNvSpPr>
            <a:spLocks xmlns:a="http://schemas.openxmlformats.org/drawingml/2006/main" noGrp="1"/>
          </p:cNvSpPr>
          <p:nvPr/>
        </p:nvSpPr>
        <p:spPr>
          <a:xfrm xmlns:a="http://schemas.openxmlformats.org/drawingml/2006/main">
            <a:off x="8963787" y="7610332"/>
            <a:ext cx="3884676"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1A73E8"/>
                </a:solidFill>
                <a:latin typeface="Noto Sans KR"/>
                <a:ea typeface="Noto Sans KR"/>
                <a:cs typeface="Noto Sans KR"/>
              </a:defRPr>
            </a:pPr>
            <a:r>
              <a:rPr sz="2175" b="0" i="0">
                <a:solidFill>
                  <a:srgbClr val="1A73E8"/>
                </a:solidFill>
                <a:latin typeface="Noto Sans KR"/>
                <a:ea typeface="Noto Sans KR"/>
                <a:cs typeface="Noto Sans KR"/>
              </a:rPr>
              <a:t>군집 A</a:t>
            </a:r>
          </a:p>
        </p:txBody>
      </p:sp>
      <p:sp>
        <p:nvSpPr>
          <p:cNvPr id="5" name="paper-23-text-004">
            <a:extLst xmlns:a="http://schemas.openxmlformats.org/drawingml/2006/main">
              <a:ext uri="{FF2B5EF4-FFF2-40B4-BE49-F238E27FC236}">
                <a16:creationId xmlns:a16="http://schemas.microsoft.com/office/drawing/2014/main" id="{D634D6E5-D0EE-447B-A277-D04CD4B24517}"/>
              </a:ext>
            </a:extLst>
          </p:cNvPr>
          <p:cNvSpPr>
            <a:spLocks xmlns:a="http://schemas.openxmlformats.org/drawingml/2006/main" noGrp="1"/>
          </p:cNvSpPr>
          <p:nvPr/>
        </p:nvSpPr>
        <p:spPr>
          <a:xfrm xmlns:a="http://schemas.openxmlformats.org/drawingml/2006/main">
            <a:off x="13554837" y="7610332"/>
            <a:ext cx="3503676"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군집 B</a:t>
            </a:r>
          </a:p>
        </p:txBody>
      </p:sp>
      <p:sp>
        <p:nvSpPr>
          <p:cNvPr id="6" name="paper-23-text-005">
            <a:extLst xmlns:a="http://schemas.openxmlformats.org/drawingml/2006/main">
              <a:ext uri="{FF2B5EF4-FFF2-40B4-BE49-F238E27FC236}">
                <a16:creationId xmlns:a16="http://schemas.microsoft.com/office/drawing/2014/main" id="{ECBDBF39-5180-41D7-B31E-F5F5DE35EDF5}"/>
              </a:ext>
            </a:extLst>
          </p:cNvPr>
          <p:cNvSpPr>
            <a:spLocks xmlns:a="http://schemas.openxmlformats.org/drawingml/2006/main" noGrp="1"/>
          </p:cNvSpPr>
          <p:nvPr/>
        </p:nvSpPr>
        <p:spPr>
          <a:xfrm xmlns:a="http://schemas.openxmlformats.org/drawingml/2006/main">
            <a:off x="1133475" y="8505015"/>
            <a:ext cx="6994017"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Noto Sans KR"/>
                <a:ea typeface="Noto Sans KR"/>
                <a:cs typeface="Noto Sans KR"/>
              </a:defRPr>
            </a:pPr>
            <a:r>
              <a:rPr sz="2325" b="0" i="0">
                <a:solidFill>
                  <a:srgbClr val="1A73E8"/>
                </a:solidFill>
                <a:latin typeface="Noto Sans KR"/>
                <a:ea typeface="Noto Sans KR"/>
                <a:cs typeface="Noto Sans KR"/>
              </a:rPr>
              <a:t>ΔQ가 가장 큰 군집 쌍부터 병합</a:t>
            </a:r>
          </a:p>
        </p:txBody>
      </p:sp>
      <p:sp>
        <p:nvSpPr>
          <p:cNvPr id="7" name="paper-23-text-006">
            <a:extLst xmlns:a="http://schemas.openxmlformats.org/drawingml/2006/main">
              <a:ext uri="{FF2B5EF4-FFF2-40B4-BE49-F238E27FC236}">
                <a16:creationId xmlns:a16="http://schemas.microsoft.com/office/drawing/2014/main" id="{D4C64122-41B6-48DA-917A-70FFE110C0F5}"/>
              </a:ext>
            </a:extLst>
          </p:cNvPr>
          <p:cNvSpPr>
            <a:spLocks xmlns:a="http://schemas.openxmlformats.org/drawingml/2006/main" noGrp="1"/>
          </p:cNvSpPr>
          <p:nvPr/>
        </p:nvSpPr>
        <p:spPr>
          <a:xfrm xmlns:a="http://schemas.openxmlformats.org/drawingml/2006/main">
            <a:off x="1133475" y="9039225"/>
            <a:ext cx="6960489"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ΔQ: 병합 전후의 모듈러리티 증가량</a:t>
            </a:r>
          </a:p>
        </p:txBody>
      </p:sp>
      <p:sp>
        <p:nvSpPr>
          <p:cNvPr id="8" name="paper-23-text-007">
            <a:extLst xmlns:a="http://schemas.openxmlformats.org/drawingml/2006/main">
              <a:ext uri="{FF2B5EF4-FFF2-40B4-BE49-F238E27FC236}">
                <a16:creationId xmlns:a16="http://schemas.microsoft.com/office/drawing/2014/main" id="{55E37E2F-07C4-4CDF-9E33-7721DEC04F34}"/>
              </a:ext>
            </a:extLst>
          </p:cNvPr>
          <p:cNvSpPr>
            <a:spLocks xmlns:a="http://schemas.openxmlformats.org/drawingml/2006/main" noGrp="1"/>
          </p:cNvSpPr>
          <p:nvPr/>
        </p:nvSpPr>
        <p:spPr>
          <a:xfrm xmlns:a="http://schemas.openxmlformats.org/drawingml/2006/main">
            <a:off x="9029700" y="8565356"/>
            <a:ext cx="8724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0" i="0">
                <a:solidFill>
                  <a:srgbClr val="1A73E8"/>
                </a:solidFill>
                <a:latin typeface="Arial"/>
                <a:ea typeface="Arial"/>
                <a:cs typeface="Arial"/>
              </a:defRPr>
            </a:pPr>
            <a:r>
              <a:rPr sz="3750" b="0" i="0">
                <a:solidFill>
                  <a:srgbClr val="1A73E8"/>
                </a:solidFill>
                <a:latin typeface="Arial"/>
                <a:ea typeface="Arial"/>
                <a:cs typeface="Arial"/>
              </a:rPr>
              <a:t>Q = 0.395</a:t>
            </a:r>
          </a:p>
        </p:txBody>
      </p:sp>
      <p:sp>
        <p:nvSpPr>
          <p:cNvPr id="9" name="paper-23-text-008">
            <a:extLst xmlns:a="http://schemas.openxmlformats.org/drawingml/2006/main">
              <a:ext uri="{FF2B5EF4-FFF2-40B4-BE49-F238E27FC236}">
                <a16:creationId xmlns:a16="http://schemas.microsoft.com/office/drawing/2014/main" id="{C9608115-4385-4E9D-8A91-E62EB7D90801}"/>
              </a:ext>
            </a:extLst>
          </p:cNvPr>
          <p:cNvSpPr>
            <a:spLocks xmlns:a="http://schemas.openxmlformats.org/drawingml/2006/main" noGrp="1"/>
          </p:cNvSpPr>
          <p:nvPr/>
        </p:nvSpPr>
        <p:spPr>
          <a:xfrm xmlns:a="http://schemas.openxmlformats.org/drawingml/2006/main">
            <a:off x="9029700" y="9248775"/>
            <a:ext cx="852373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5F6368"/>
                </a:solidFill>
                <a:latin typeface="Noto Sans KR"/>
                <a:ea typeface="Noto Sans KR"/>
                <a:cs typeface="Noto Sans KR"/>
              </a:defRPr>
            </a:pPr>
            <a:r>
              <a:rPr sz="1950" b="0" i="0">
                <a:solidFill>
                  <a:srgbClr val="5F6368"/>
                </a:solidFill>
                <a:latin typeface="Noto Sans KR"/>
                <a:ea typeface="Noto Sans KR"/>
                <a:cs typeface="Noto Sans KR"/>
              </a:rPr>
              <a:t>예시 그래프 · 내부 간선 18개 / 전체 간선 20개</a:t>
            </a:r>
          </a:p>
        </p:txBody>
      </p:sp>
      <p:sp>
        <p:nvSpPr>
          <p:cNvPr id="10" name="paper-23-text-009">
            <a:extLst xmlns:a="http://schemas.openxmlformats.org/drawingml/2006/main">
              <a:ext uri="{FF2B5EF4-FFF2-40B4-BE49-F238E27FC236}">
                <a16:creationId xmlns:a16="http://schemas.microsoft.com/office/drawing/2014/main" id="{9521AFBF-2C84-4A3A-9C32-9021846A34FB}"/>
              </a:ext>
            </a:extLst>
          </p:cNvPr>
          <p:cNvSpPr>
            <a:spLocks xmlns:a="http://schemas.openxmlformats.org/drawingml/2006/main" noGrp="1"/>
          </p:cNvSpPr>
          <p:nvPr/>
        </p:nvSpPr>
        <p:spPr>
          <a:xfrm xmlns:a="http://schemas.openxmlformats.org/drawingml/2006/main">
            <a:off x="1133475" y="6010275"/>
            <a:ext cx="7016496"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i="0">
                <a:solidFill>
                  <a:srgbClr val="5F6368"/>
                </a:solidFill>
                <a:latin typeface="Arial"/>
                <a:ea typeface="Arial"/>
                <a:cs typeface="Arial"/>
              </a:defRPr>
            </a:pPr>
            <a:r>
              <a:rPr sz="2100" b="0" i="0">
                <a:solidFill>
                  <a:srgbClr val="5F6368"/>
                </a:solidFill>
                <a:latin typeface="Arial"/>
                <a:ea typeface="Arial"/>
                <a:cs typeface="Arial"/>
              </a:rPr>
              <a:t>Modularity · 군집 내부 연결 밀도</a:t>
            </a:r>
          </a:p>
        </p:txBody>
      </p:sp>
      <p:sp>
        <p:nvSpPr>
          <p:cNvPr id="11" name="paper-23-text-010">
            <a:extLst xmlns:a="http://schemas.openxmlformats.org/drawingml/2006/main">
              <a:ext uri="{FF2B5EF4-FFF2-40B4-BE49-F238E27FC236}">
                <a16:creationId xmlns:a16="http://schemas.microsoft.com/office/drawing/2014/main" id="{1003E2A9-8576-4F47-8BFF-6A748F13187E}"/>
              </a:ext>
            </a:extLst>
          </p:cNvPr>
          <p:cNvSpPr>
            <a:spLocks xmlns:a="http://schemas.openxmlformats.org/drawingml/2006/main" noGrp="1"/>
          </p:cNvSpPr>
          <p:nvPr/>
        </p:nvSpPr>
        <p:spPr>
          <a:xfrm xmlns:a="http://schemas.openxmlformats.org/drawingml/2006/main">
            <a:off x="1133475" y="6519482"/>
            <a:ext cx="7150608" cy="6682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0" i="0">
                <a:solidFill>
                  <a:srgbClr val="202124"/>
                </a:solidFill>
                <a:latin typeface="Arial"/>
                <a:ea typeface="Arial"/>
                <a:cs typeface="Arial"/>
              </a:defRPr>
            </a:pPr>
            <a:r>
              <a:rPr sz="3300" b="0" i="0">
                <a:solidFill>
                  <a:srgbClr val="202124"/>
                </a:solidFill>
                <a:latin typeface="Arial"/>
                <a:ea typeface="Arial"/>
                <a:cs typeface="Arial"/>
              </a:rPr>
              <a:t>Q = Σ [L/m − (k/(2m))²]</a:t>
            </a:r>
          </a:p>
        </p:txBody>
      </p:sp>
      <p:sp>
        <p:nvSpPr>
          <p:cNvPr id="12" name="paper-23-text-011">
            <a:extLst xmlns:a="http://schemas.openxmlformats.org/drawingml/2006/main">
              <a:ext uri="{FF2B5EF4-FFF2-40B4-BE49-F238E27FC236}">
                <a16:creationId xmlns:a16="http://schemas.microsoft.com/office/drawing/2014/main" id="{21A3A2BF-7F1C-4688-AC03-B3D7F6FB51EE}"/>
              </a:ext>
            </a:extLst>
          </p:cNvPr>
          <p:cNvSpPr>
            <a:spLocks xmlns:a="http://schemas.openxmlformats.org/drawingml/2006/main" noGrp="1"/>
          </p:cNvSpPr>
          <p:nvPr/>
        </p:nvSpPr>
        <p:spPr>
          <a:xfrm xmlns:a="http://schemas.openxmlformats.org/drawingml/2006/main">
            <a:off x="1133475" y="7305675"/>
            <a:ext cx="6999732"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5F6368"/>
                </a:solidFill>
                <a:latin typeface="Noto Sans KR"/>
                <a:ea typeface="Noto Sans KR"/>
                <a:cs typeface="Noto Sans KR"/>
              </a:defRPr>
            </a:pPr>
            <a:r>
              <a:rPr sz="1950" b="0" i="0">
                <a:solidFill>
                  <a:srgbClr val="5F6368"/>
                </a:solidFill>
                <a:latin typeface="Noto Sans KR"/>
                <a:ea typeface="Noto Sans KR"/>
                <a:cs typeface="Noto Sans KR"/>
              </a:rPr>
              <a:t>군집별 합산 · L: 내부 간선 수 · k: 차수 합</a:t>
            </a:r>
          </a:p>
          <a:p xmlns:a="http://schemas.openxmlformats.org/drawingml/2006/main">
            <a:pPr algn="l">
              <a:defRPr sz="1950" b="0" i="0">
                <a:solidFill>
                  <a:srgbClr val="5F6368"/>
                </a:solidFill>
                <a:latin typeface="Noto Sans KR"/>
                <a:ea typeface="Noto Sans KR"/>
                <a:cs typeface="Noto Sans KR"/>
              </a:defRPr>
            </a:pPr>
            <a:r>
              <a:rPr sz="1950" b="0" i="0">
                <a:solidFill>
                  <a:srgbClr val="5F6368"/>
                </a:solidFill>
                <a:latin typeface="Noto Sans KR"/>
                <a:ea typeface="Noto Sans KR"/>
                <a:cs typeface="Noto Sans KR"/>
              </a:rPr>
              <a:t>m: 전체 간선 수</a:t>
            </a:r>
          </a:p>
        </p:txBody>
      </p:sp>
    </p:spTree>
    <p:extLst>
      <p:ext uri="{BB962C8B-B14F-4D97-AF65-F5344CB8AC3E}">
        <p14:creationId xmlns:p14="http://schemas.microsoft.com/office/powerpoint/2010/main" val="9992031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5c71af6615b421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4-text-001">
            <a:extLst xmlns:a="http://schemas.openxmlformats.org/drawingml/2006/main">
              <a:ext uri="{FF2B5EF4-FFF2-40B4-BE49-F238E27FC236}">
                <a16:creationId xmlns:a16="http://schemas.microsoft.com/office/drawing/2014/main" id="{F2F4F9B6-EF45-46DB-A583-0E80B25B6855}"/>
              </a:ext>
            </a:extLst>
          </p:cNvPr>
          <p:cNvSpPr>
            <a:spLocks xmlns:a="http://schemas.openxmlformats.org/drawingml/2006/main" noGrp="1"/>
          </p:cNvSpPr>
          <p:nvPr/>
        </p:nvSpPr>
        <p:spPr>
          <a:xfrm xmlns:a="http://schemas.openxmlformats.org/drawingml/2006/main">
            <a:off x="1133475" y="1245680"/>
            <a:ext cx="7600569" cy="3065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900" b="0" i="0">
                <a:solidFill>
                  <a:srgbClr val="202124"/>
                </a:solidFill>
                <a:latin typeface="Arial"/>
                <a:ea typeface="Arial"/>
                <a:cs typeface="Arial"/>
              </a:defRPr>
            </a:pPr>
            <a:r>
              <a:rPr sz="6900" b="0" i="0">
                <a:solidFill>
                  <a:srgbClr val="202124"/>
                </a:solidFill>
                <a:latin typeface="Arial"/>
                <a:ea typeface="Arial"/>
                <a:cs typeface="Arial"/>
              </a:rPr>
              <a:t>Preferential</a:t>
            </a:r>
          </a:p>
          <a:p xmlns:a="http://schemas.openxmlformats.org/drawingml/2006/main">
            <a:pPr algn="l">
              <a:defRPr sz="6900" b="0" i="0">
                <a:solidFill>
                  <a:srgbClr val="202124"/>
                </a:solidFill>
                <a:latin typeface="Arial"/>
                <a:ea typeface="Arial"/>
                <a:cs typeface="Arial"/>
              </a:defRPr>
            </a:pPr>
            <a:r>
              <a:rPr sz="6900" b="0" i="0">
                <a:solidFill>
                  <a:srgbClr val="202124"/>
                </a:solidFill>
                <a:latin typeface="Arial"/>
                <a:ea typeface="Arial"/>
                <a:cs typeface="Arial"/>
              </a:rPr>
              <a:t>Attachment</a:t>
            </a:r>
          </a:p>
          <a:p xmlns:a="http://schemas.openxmlformats.org/drawingml/2006/main">
            <a:pPr algn="l">
              <a:defRPr sz="6900" b="0" i="0">
                <a:solidFill>
                  <a:srgbClr val="202124"/>
                </a:solidFill>
                <a:latin typeface="Arial"/>
                <a:ea typeface="Arial"/>
                <a:cs typeface="Arial"/>
              </a:defRPr>
            </a:pPr>
            <a:r>
              <a:rPr sz="6900" b="0" i="0">
                <a:solidFill>
                  <a:srgbClr val="202124"/>
                </a:solidFill>
                <a:latin typeface="Arial"/>
                <a:ea typeface="Arial"/>
                <a:cs typeface="Arial"/>
              </a:rPr>
              <a:t>Score</a:t>
            </a:r>
          </a:p>
        </p:txBody>
      </p:sp>
      <p:sp>
        <p:nvSpPr>
          <p:cNvPr id="3" name="paper-24-text-002">
            <a:extLst xmlns:a="http://schemas.openxmlformats.org/drawingml/2006/main">
              <a:ext uri="{FF2B5EF4-FFF2-40B4-BE49-F238E27FC236}">
                <a16:creationId xmlns:a16="http://schemas.microsoft.com/office/drawing/2014/main" id="{53D8616A-B991-4775-A4CA-0D8E0FD02CDC}"/>
              </a:ext>
            </a:extLst>
          </p:cNvPr>
          <p:cNvSpPr>
            <a:spLocks xmlns:a="http://schemas.openxmlformats.org/drawingml/2006/main" noGrp="1"/>
          </p:cNvSpPr>
          <p:nvPr/>
        </p:nvSpPr>
        <p:spPr>
          <a:xfrm xmlns:a="http://schemas.openxmlformats.org/drawingml/2006/main">
            <a:off x="1133475" y="4566857"/>
            <a:ext cx="7198233" cy="13350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0" i="0">
                <a:solidFill>
                  <a:srgbClr val="202124"/>
                </a:solidFill>
                <a:latin typeface="Noto Sans KR"/>
                <a:ea typeface="Noto Sans KR"/>
                <a:cs typeface="Noto Sans KR"/>
              </a:defRPr>
            </a:pPr>
            <a:r>
              <a:rPr sz="3300" b="0" i="0">
                <a:solidFill>
                  <a:srgbClr val="202124"/>
                </a:solidFill>
                <a:latin typeface="Noto Sans KR"/>
                <a:ea typeface="Noto Sans KR"/>
                <a:cs typeface="Noto Sans KR"/>
              </a:rPr>
              <a:t>낮은 점수부터 살펴보는</a:t>
            </a:r>
          </a:p>
          <a:p xmlns:a="http://schemas.openxmlformats.org/drawingml/2006/main">
            <a:pPr algn="l">
              <a:defRPr sz="3300" b="0" i="0">
                <a:solidFill>
                  <a:srgbClr val="202124"/>
                </a:solidFill>
                <a:latin typeface="Noto Sans KR"/>
                <a:ea typeface="Noto Sans KR"/>
                <a:cs typeface="Noto Sans KR"/>
              </a:defRPr>
            </a:pPr>
            <a:r>
              <a:rPr sz="3300" b="0" i="0">
                <a:solidFill>
                  <a:srgbClr val="202124"/>
                </a:solidFill>
                <a:latin typeface="Noto Sans KR"/>
                <a:ea typeface="Noto Sans KR"/>
                <a:cs typeface="Noto Sans KR"/>
              </a:rPr>
              <a:t>군집 사이의 연결</a:t>
            </a:r>
          </a:p>
        </p:txBody>
      </p:sp>
      <p:sp>
        <p:nvSpPr>
          <p:cNvPr id="4" name="paper-24-text-003">
            <a:extLst xmlns:a="http://schemas.openxmlformats.org/drawingml/2006/main">
              <a:ext uri="{FF2B5EF4-FFF2-40B4-BE49-F238E27FC236}">
                <a16:creationId xmlns:a16="http://schemas.microsoft.com/office/drawing/2014/main" id="{5554CD63-CA2F-4F14-B68B-C4AC1FA7EC23}"/>
              </a:ext>
            </a:extLst>
          </p:cNvPr>
          <p:cNvSpPr>
            <a:spLocks xmlns:a="http://schemas.openxmlformats.org/drawingml/2006/main" noGrp="1"/>
          </p:cNvSpPr>
          <p:nvPr/>
        </p:nvSpPr>
        <p:spPr>
          <a:xfrm xmlns:a="http://schemas.openxmlformats.org/drawingml/2006/main">
            <a:off x="1133475" y="7188232"/>
            <a:ext cx="7147941" cy="58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0" i="0">
                <a:solidFill>
                  <a:srgbClr val="202124"/>
                </a:solidFill>
                <a:latin typeface="Arial"/>
                <a:ea typeface="Arial"/>
                <a:cs typeface="Arial"/>
              </a:defRPr>
            </a:pPr>
            <a:r>
              <a:rPr sz="2850" b="0" i="0">
                <a:solidFill>
                  <a:srgbClr val="202124"/>
                </a:solidFill>
                <a:latin typeface="Arial"/>
                <a:ea typeface="Arial"/>
                <a:cs typeface="Arial"/>
              </a:rPr>
              <a:t>PA(u, v) = degree(u) × degree(v)</a:t>
            </a:r>
          </a:p>
        </p:txBody>
      </p:sp>
      <p:sp>
        <p:nvSpPr>
          <p:cNvPr id="5" name="paper-24-text-004">
            <a:extLst xmlns:a="http://schemas.openxmlformats.org/drawingml/2006/main">
              <a:ext uri="{FF2B5EF4-FFF2-40B4-BE49-F238E27FC236}">
                <a16:creationId xmlns:a16="http://schemas.microsoft.com/office/drawing/2014/main" id="{D286A0B4-BBAD-475B-995E-C0DA13F24D7A}"/>
              </a:ext>
            </a:extLst>
          </p:cNvPr>
          <p:cNvSpPr>
            <a:spLocks xmlns:a="http://schemas.openxmlformats.org/drawingml/2006/main" noGrp="1"/>
          </p:cNvSpPr>
          <p:nvPr/>
        </p:nvSpPr>
        <p:spPr>
          <a:xfrm xmlns:a="http://schemas.openxmlformats.org/drawingml/2006/main">
            <a:off x="1133475" y="7853315"/>
            <a:ext cx="7189851" cy="6669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0" i="0">
                <a:solidFill>
                  <a:srgbClr val="1A73E8"/>
                </a:solidFill>
                <a:latin typeface="Arial"/>
                <a:ea typeface="Arial"/>
                <a:cs typeface="Arial"/>
              </a:defRPr>
            </a:pPr>
            <a:r>
              <a:rPr sz="3225" b="0" i="0">
                <a:solidFill>
                  <a:srgbClr val="1A73E8"/>
                </a:solidFill>
                <a:latin typeface="Arial"/>
                <a:ea typeface="Arial"/>
                <a:cs typeface="Arial"/>
              </a:rPr>
              <a:t>surprise_raw = 1 / PA(u, v)</a:t>
            </a:r>
          </a:p>
        </p:txBody>
      </p:sp>
      <p:sp>
        <p:nvSpPr>
          <p:cNvPr id="6" name="paper-24-text-005">
            <a:extLst xmlns:a="http://schemas.openxmlformats.org/drawingml/2006/main">
              <a:ext uri="{FF2B5EF4-FFF2-40B4-BE49-F238E27FC236}">
                <a16:creationId xmlns:a16="http://schemas.microsoft.com/office/drawing/2014/main" id="{E2F88726-B68D-4301-B3F3-F31957EC124D}"/>
              </a:ext>
            </a:extLst>
          </p:cNvPr>
          <p:cNvSpPr>
            <a:spLocks xmlns:a="http://schemas.openxmlformats.org/drawingml/2006/main" noGrp="1"/>
          </p:cNvSpPr>
          <p:nvPr/>
        </p:nvSpPr>
        <p:spPr>
          <a:xfrm xmlns:a="http://schemas.openxmlformats.org/drawingml/2006/main">
            <a:off x="1133475" y="8601075"/>
            <a:ext cx="7055739"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역수 점수 정규화 → 내림차순 정렬</a:t>
            </a:r>
          </a:p>
        </p:txBody>
      </p:sp>
      <p:sp>
        <p:nvSpPr>
          <p:cNvPr id="7" name="paper-24-text-006">
            <a:extLst xmlns:a="http://schemas.openxmlformats.org/drawingml/2006/main">
              <a:ext uri="{FF2B5EF4-FFF2-40B4-BE49-F238E27FC236}">
                <a16:creationId xmlns:a16="http://schemas.microsoft.com/office/drawing/2014/main" id="{544CF1AC-7EA4-49B1-A127-775EDE01B705}"/>
              </a:ext>
            </a:extLst>
          </p:cNvPr>
          <p:cNvSpPr>
            <a:spLocks xmlns:a="http://schemas.openxmlformats.org/drawingml/2006/main" noGrp="1"/>
          </p:cNvSpPr>
          <p:nvPr/>
        </p:nvSpPr>
        <p:spPr>
          <a:xfrm xmlns:a="http://schemas.openxmlformats.org/drawingml/2006/main">
            <a:off x="12133213" y="2733199"/>
            <a:ext cx="170238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i="0">
                <a:solidFill>
                  <a:srgbClr val="5F6368"/>
                </a:solidFill>
                <a:latin typeface="Arial"/>
                <a:ea typeface="Arial"/>
                <a:cs typeface="Arial"/>
              </a:defRPr>
            </a:pPr>
            <a:r>
              <a:rPr sz="2250" b="0" i="0">
                <a:solidFill>
                  <a:srgbClr val="5F6368"/>
                </a:solidFill>
                <a:latin typeface="Arial"/>
                <a:ea typeface="Arial"/>
                <a:cs typeface="Arial"/>
              </a:rPr>
              <a:t>5 × 5 = 25</a:t>
            </a:r>
          </a:p>
        </p:txBody>
      </p:sp>
      <p:sp>
        <p:nvSpPr>
          <p:cNvPr id="8" name="paper-24-text-007">
            <a:extLst xmlns:a="http://schemas.openxmlformats.org/drawingml/2006/main">
              <a:ext uri="{FF2B5EF4-FFF2-40B4-BE49-F238E27FC236}">
                <a16:creationId xmlns:a16="http://schemas.microsoft.com/office/drawing/2014/main" id="{13B348EB-6CE5-42C5-868E-8C082608CDFB}"/>
              </a:ext>
            </a:extLst>
          </p:cNvPr>
          <p:cNvSpPr>
            <a:spLocks xmlns:a="http://schemas.openxmlformats.org/drawingml/2006/main" noGrp="1"/>
          </p:cNvSpPr>
          <p:nvPr/>
        </p:nvSpPr>
        <p:spPr>
          <a:xfrm xmlns:a="http://schemas.openxmlformats.org/drawingml/2006/main">
            <a:off x="11591925" y="4457700"/>
            <a:ext cx="117003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1A73E8"/>
                </a:solidFill>
                <a:latin typeface="Noto Sans KR"/>
                <a:ea typeface="Noto Sans KR"/>
                <a:cs typeface="Noto Sans KR"/>
              </a:defRPr>
            </a:pPr>
            <a:r>
              <a:rPr sz="2025" b="0" i="0">
                <a:solidFill>
                  <a:srgbClr val="1A73E8"/>
                </a:solidFill>
                <a:latin typeface="Noto Sans KR"/>
                <a:ea typeface="Noto Sans KR"/>
                <a:cs typeface="Noto Sans KR"/>
              </a:rPr>
              <a:t>연결 5개</a:t>
            </a:r>
          </a:p>
        </p:txBody>
      </p:sp>
      <p:sp>
        <p:nvSpPr>
          <p:cNvPr id="9" name="paper-24-text-008">
            <a:extLst xmlns:a="http://schemas.openxmlformats.org/drawingml/2006/main">
              <a:ext uri="{FF2B5EF4-FFF2-40B4-BE49-F238E27FC236}">
                <a16:creationId xmlns:a16="http://schemas.microsoft.com/office/drawing/2014/main" id="{35A91520-66CB-476B-817D-19C4A8CA932F}"/>
              </a:ext>
            </a:extLst>
          </p:cNvPr>
          <p:cNvSpPr>
            <a:spLocks xmlns:a="http://schemas.openxmlformats.org/drawingml/2006/main" noGrp="1"/>
          </p:cNvSpPr>
          <p:nvPr/>
        </p:nvSpPr>
        <p:spPr>
          <a:xfrm xmlns:a="http://schemas.openxmlformats.org/drawingml/2006/main">
            <a:off x="13067556" y="4457700"/>
            <a:ext cx="117003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1A73E8"/>
                </a:solidFill>
                <a:latin typeface="Noto Sans KR"/>
                <a:ea typeface="Noto Sans KR"/>
                <a:cs typeface="Noto Sans KR"/>
              </a:defRPr>
            </a:pPr>
            <a:r>
              <a:rPr sz="2025" b="0" i="0">
                <a:solidFill>
                  <a:srgbClr val="1A73E8"/>
                </a:solidFill>
                <a:latin typeface="Noto Sans KR"/>
                <a:ea typeface="Noto Sans KR"/>
                <a:cs typeface="Noto Sans KR"/>
              </a:rPr>
              <a:t>연결 3개</a:t>
            </a:r>
          </a:p>
        </p:txBody>
      </p:sp>
      <p:sp>
        <p:nvSpPr>
          <p:cNvPr id="10" name="paper-24-text-009">
            <a:extLst xmlns:a="http://schemas.openxmlformats.org/drawingml/2006/main">
              <a:ext uri="{FF2B5EF4-FFF2-40B4-BE49-F238E27FC236}">
                <a16:creationId xmlns:a16="http://schemas.microsoft.com/office/drawing/2014/main" id="{B1E2B860-84A6-4476-9B10-17FC160B0B5E}"/>
              </a:ext>
            </a:extLst>
          </p:cNvPr>
          <p:cNvSpPr>
            <a:spLocks xmlns:a="http://schemas.openxmlformats.org/drawingml/2006/main" noGrp="1"/>
          </p:cNvSpPr>
          <p:nvPr/>
        </p:nvSpPr>
        <p:spPr>
          <a:xfrm xmlns:a="http://schemas.openxmlformats.org/drawingml/2006/main">
            <a:off x="12153900" y="5076682"/>
            <a:ext cx="1393698" cy="876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1A73E8"/>
                </a:solidFill>
                <a:latin typeface="Arial"/>
                <a:ea typeface="Arial"/>
                <a:cs typeface="Arial"/>
              </a:defRPr>
            </a:pPr>
            <a:r>
              <a:rPr sz="2175" b="0" i="0">
                <a:solidFill>
                  <a:srgbClr val="1A73E8"/>
                </a:solidFill>
                <a:latin typeface="Arial"/>
                <a:ea typeface="Arial"/>
                <a:cs typeface="Arial"/>
              </a:rPr>
              <a:t>5 × 3 = 15</a:t>
            </a:r>
          </a:p>
        </p:txBody>
      </p:sp>
      <p:sp>
        <p:nvSpPr>
          <p:cNvPr id="11" name="paper-24-text-010">
            <a:extLst xmlns:a="http://schemas.openxmlformats.org/drawingml/2006/main">
              <a:ext uri="{FF2B5EF4-FFF2-40B4-BE49-F238E27FC236}">
                <a16:creationId xmlns:a16="http://schemas.microsoft.com/office/drawing/2014/main" id="{28416BF7-09EB-4F2D-8EB4-B26A745AD9B5}"/>
              </a:ext>
            </a:extLst>
          </p:cNvPr>
          <p:cNvSpPr>
            <a:spLocks xmlns:a="http://schemas.openxmlformats.org/drawingml/2006/main" noGrp="1"/>
          </p:cNvSpPr>
          <p:nvPr/>
        </p:nvSpPr>
        <p:spPr>
          <a:xfrm xmlns:a="http://schemas.openxmlformats.org/drawingml/2006/main">
            <a:off x="8906637" y="7610332"/>
            <a:ext cx="3884676"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군집 A</a:t>
            </a:r>
          </a:p>
        </p:txBody>
      </p:sp>
      <p:sp>
        <p:nvSpPr>
          <p:cNvPr id="12" name="paper-24-text-011">
            <a:extLst xmlns:a="http://schemas.openxmlformats.org/drawingml/2006/main">
              <a:ext uri="{FF2B5EF4-FFF2-40B4-BE49-F238E27FC236}">
                <a16:creationId xmlns:a16="http://schemas.microsoft.com/office/drawing/2014/main" id="{0EFB96BA-3764-492F-B390-AB1D4B833AAE}"/>
              </a:ext>
            </a:extLst>
          </p:cNvPr>
          <p:cNvSpPr>
            <a:spLocks xmlns:a="http://schemas.openxmlformats.org/drawingml/2006/main" noGrp="1"/>
          </p:cNvSpPr>
          <p:nvPr/>
        </p:nvSpPr>
        <p:spPr>
          <a:xfrm xmlns:a="http://schemas.openxmlformats.org/drawingml/2006/main">
            <a:off x="13592937" y="7610332"/>
            <a:ext cx="3503676"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군집 B</a:t>
            </a:r>
          </a:p>
        </p:txBody>
      </p:sp>
      <p:sp>
        <p:nvSpPr>
          <p:cNvPr id="13" name="paper-24-text-012">
            <a:extLst xmlns:a="http://schemas.openxmlformats.org/drawingml/2006/main">
              <a:ext uri="{FF2B5EF4-FFF2-40B4-BE49-F238E27FC236}">
                <a16:creationId xmlns:a16="http://schemas.microsoft.com/office/drawing/2014/main" id="{2CD8A651-0B1A-4441-B527-428D906C3B0E}"/>
              </a:ext>
            </a:extLst>
          </p:cNvPr>
          <p:cNvSpPr>
            <a:spLocks xmlns:a="http://schemas.openxmlformats.org/drawingml/2006/main" noGrp="1"/>
          </p:cNvSpPr>
          <p:nvPr/>
        </p:nvSpPr>
        <p:spPr>
          <a:xfrm xmlns:a="http://schemas.openxmlformats.org/drawingml/2006/main">
            <a:off x="9020175" y="8565356"/>
            <a:ext cx="8724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0" i="0">
                <a:solidFill>
                  <a:srgbClr val="1A73E8"/>
                </a:solidFill>
                <a:latin typeface="Arial"/>
                <a:ea typeface="Arial"/>
                <a:cs typeface="Arial"/>
              </a:defRPr>
            </a:pPr>
            <a:r>
              <a:rPr sz="3750" b="0" i="0">
                <a:solidFill>
                  <a:srgbClr val="1A73E8"/>
                </a:solidFill>
                <a:latin typeface="Arial"/>
                <a:ea typeface="Arial"/>
                <a:cs typeface="Arial"/>
              </a:rPr>
              <a:t>1/15 &gt; 1/25</a:t>
            </a:r>
          </a:p>
        </p:txBody>
      </p:sp>
      <p:sp>
        <p:nvSpPr>
          <p:cNvPr id="14" name="paper-24-text-013">
            <a:extLst xmlns:a="http://schemas.openxmlformats.org/drawingml/2006/main">
              <a:ext uri="{FF2B5EF4-FFF2-40B4-BE49-F238E27FC236}">
                <a16:creationId xmlns:a16="http://schemas.microsoft.com/office/drawing/2014/main" id="{E0B1A705-B31D-4815-8978-412203B10755}"/>
              </a:ext>
            </a:extLst>
          </p:cNvPr>
          <p:cNvSpPr>
            <a:spLocks xmlns:a="http://schemas.openxmlformats.org/drawingml/2006/main" noGrp="1"/>
          </p:cNvSpPr>
          <p:nvPr/>
        </p:nvSpPr>
        <p:spPr>
          <a:xfrm xmlns:a="http://schemas.openxmlformats.org/drawingml/2006/main">
            <a:off x="9020175" y="9248775"/>
            <a:ext cx="852373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5F6368"/>
                </a:solidFill>
                <a:latin typeface="Noto Sans KR"/>
                <a:ea typeface="Noto Sans KR"/>
                <a:cs typeface="Noto Sans KR"/>
              </a:defRPr>
            </a:pPr>
            <a:r>
              <a:rPr sz="1950" b="0" i="0">
                <a:solidFill>
                  <a:srgbClr val="5F6368"/>
                </a:solidFill>
                <a:latin typeface="Noto Sans KR"/>
                <a:ea typeface="Noto Sans KR"/>
                <a:cs typeface="Noto Sans KR"/>
              </a:rPr>
              <a:t>정규화 전 비교 · PA 15인 기존 연결을 우선 탐색</a:t>
            </a:r>
          </a:p>
        </p:txBody>
      </p:sp>
      <p:sp>
        <p:nvSpPr>
          <p:cNvPr id="15" name="paper-24-text-014">
            <a:extLst xmlns:a="http://schemas.openxmlformats.org/drawingml/2006/main">
              <a:ext uri="{FF2B5EF4-FFF2-40B4-BE49-F238E27FC236}">
                <a16:creationId xmlns:a16="http://schemas.microsoft.com/office/drawing/2014/main" id="{0EC788DC-EA78-40EA-AE2D-74B95AD7D8EC}"/>
              </a:ext>
            </a:extLst>
          </p:cNvPr>
          <p:cNvSpPr>
            <a:spLocks xmlns:a="http://schemas.openxmlformats.org/drawingml/2006/main" noGrp="1"/>
          </p:cNvSpPr>
          <p:nvPr/>
        </p:nvSpPr>
        <p:spPr>
          <a:xfrm xmlns:a="http://schemas.openxmlformats.org/drawingml/2006/main">
            <a:off x="1133475" y="6467332"/>
            <a:ext cx="6977253"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군집이 다른 기존 edge만 후보로 선택</a:t>
            </a:r>
          </a:p>
        </p:txBody>
      </p:sp>
    </p:spTree>
    <p:extLst>
      <p:ext uri="{BB962C8B-B14F-4D97-AF65-F5344CB8AC3E}">
        <p14:creationId xmlns:p14="http://schemas.microsoft.com/office/powerpoint/2010/main" val="15969350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32cb3a1460a4d4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5-text-001">
            <a:extLst xmlns:a="http://schemas.openxmlformats.org/drawingml/2006/main">
              <a:ext uri="{FF2B5EF4-FFF2-40B4-BE49-F238E27FC236}">
                <a16:creationId xmlns:a16="http://schemas.microsoft.com/office/drawing/2014/main" id="{2C3B6F52-DFBD-46F4-BCE5-B98D91B81C10}"/>
              </a:ext>
            </a:extLst>
          </p:cNvPr>
          <p:cNvSpPr>
            <a:spLocks xmlns:a="http://schemas.openxmlformats.org/drawingml/2006/main" noGrp="1"/>
          </p:cNvSpPr>
          <p:nvPr/>
        </p:nvSpPr>
        <p:spPr>
          <a:xfrm xmlns:a="http://schemas.openxmlformats.org/drawingml/2006/main">
            <a:off x="1114425" y="871347"/>
            <a:ext cx="16815054" cy="1010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400" b="0" i="0">
                <a:solidFill>
                  <a:srgbClr val="202124"/>
                </a:solidFill>
                <a:latin typeface="Noto Sans KR"/>
                <a:ea typeface="Noto Sans KR"/>
                <a:cs typeface="Noto Sans KR"/>
              </a:defRPr>
            </a:pPr>
            <a:r>
              <a:rPr sz="5400" b="0" i="0">
                <a:solidFill>
                  <a:srgbClr val="202124"/>
                </a:solidFill>
                <a:latin typeface="Noto Sans KR"/>
                <a:ea typeface="Noto Sans KR"/>
                <a:cs typeface="Noto Sans KR"/>
              </a:rPr>
              <a:t>투자자의 판단을 연결해 기억합니다</a:t>
            </a:r>
          </a:p>
        </p:txBody>
      </p:sp>
      <p:sp>
        <p:nvSpPr>
          <p:cNvPr id="3" name="paper-25-text-002">
            <a:extLst xmlns:a="http://schemas.openxmlformats.org/drawingml/2006/main">
              <a:ext uri="{FF2B5EF4-FFF2-40B4-BE49-F238E27FC236}">
                <a16:creationId xmlns:a16="http://schemas.microsoft.com/office/drawing/2014/main" id="{4D0E48AA-78D5-4CCC-99C4-39A94F91CBF3}"/>
              </a:ext>
            </a:extLst>
          </p:cNvPr>
          <p:cNvSpPr>
            <a:spLocks xmlns:a="http://schemas.openxmlformats.org/drawingml/2006/main" noGrp="1"/>
          </p:cNvSpPr>
          <p:nvPr/>
        </p:nvSpPr>
        <p:spPr>
          <a:xfrm xmlns:a="http://schemas.openxmlformats.org/drawingml/2006/main">
            <a:off x="1247775" y="3241072"/>
            <a:ext cx="4959096" cy="1742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850" b="0" i="0">
                <a:solidFill>
                  <a:srgbClr val="202124"/>
                </a:solidFill>
                <a:latin typeface="Arial"/>
                <a:ea typeface="Arial"/>
                <a:cs typeface="Arial"/>
              </a:defRPr>
            </a:pPr>
            <a:r>
              <a:rPr sz="5850" b="0" i="0">
                <a:solidFill>
                  <a:srgbClr val="202124"/>
                </a:solidFill>
                <a:latin typeface="Arial"/>
                <a:ea typeface="Arial"/>
                <a:cs typeface="Arial"/>
              </a:rPr>
              <a:t>Graph</a:t>
            </a:r>
          </a:p>
          <a:p xmlns:a="http://schemas.openxmlformats.org/drawingml/2006/main">
            <a:pPr algn="l">
              <a:defRPr sz="5850" b="0" i="0">
                <a:solidFill>
                  <a:srgbClr val="202124"/>
                </a:solidFill>
                <a:latin typeface="Arial"/>
                <a:ea typeface="Arial"/>
                <a:cs typeface="Arial"/>
              </a:defRPr>
            </a:pPr>
            <a:r>
              <a:rPr sz="5850" b="0" i="0">
                <a:solidFill>
                  <a:srgbClr val="202124"/>
                </a:solidFill>
                <a:latin typeface="Arial"/>
                <a:ea typeface="Arial"/>
                <a:cs typeface="Arial"/>
              </a:rPr>
              <a:t>Memory</a:t>
            </a:r>
          </a:p>
        </p:txBody>
      </p:sp>
      <p:sp>
        <p:nvSpPr>
          <p:cNvPr id="4" name="paper-25-text-003">
            <a:extLst xmlns:a="http://schemas.openxmlformats.org/drawingml/2006/main">
              <a:ext uri="{FF2B5EF4-FFF2-40B4-BE49-F238E27FC236}">
                <a16:creationId xmlns:a16="http://schemas.microsoft.com/office/drawing/2014/main" id="{3608844C-FEAD-42DA-8E83-F46600B637A7}"/>
              </a:ext>
            </a:extLst>
          </p:cNvPr>
          <p:cNvSpPr>
            <a:spLocks xmlns:a="http://schemas.openxmlformats.org/drawingml/2006/main" noGrp="1"/>
          </p:cNvSpPr>
          <p:nvPr/>
        </p:nvSpPr>
        <p:spPr>
          <a:xfrm xmlns:a="http://schemas.openxmlformats.org/drawingml/2006/main">
            <a:off x="1247775" y="5123640"/>
            <a:ext cx="45651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투자 판단을 기억</a:t>
            </a:r>
          </a:p>
        </p:txBody>
      </p:sp>
      <p:sp>
        <p:nvSpPr>
          <p:cNvPr id="5" name="paper-25-text-004">
            <a:extLst xmlns:a="http://schemas.openxmlformats.org/drawingml/2006/main">
              <a:ext uri="{FF2B5EF4-FFF2-40B4-BE49-F238E27FC236}">
                <a16:creationId xmlns:a16="http://schemas.microsoft.com/office/drawing/2014/main" id="{E021D73B-7E81-4F18-BC2B-D9216D789E43}"/>
              </a:ext>
            </a:extLst>
          </p:cNvPr>
          <p:cNvSpPr>
            <a:spLocks xmlns:a="http://schemas.openxmlformats.org/drawingml/2006/main" noGrp="1"/>
          </p:cNvSpPr>
          <p:nvPr/>
        </p:nvSpPr>
        <p:spPr>
          <a:xfrm xmlns:a="http://schemas.openxmlformats.org/drawingml/2006/main">
            <a:off x="12277725" y="3146488"/>
            <a:ext cx="5513832" cy="1701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Greedy</a:t>
            </a:r>
          </a:p>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Modularity</a:t>
            </a:r>
          </a:p>
        </p:txBody>
      </p:sp>
      <p:sp>
        <p:nvSpPr>
          <p:cNvPr id="6" name="paper-25-text-005">
            <a:extLst xmlns:a="http://schemas.openxmlformats.org/drawingml/2006/main">
              <a:ext uri="{FF2B5EF4-FFF2-40B4-BE49-F238E27FC236}">
                <a16:creationId xmlns:a16="http://schemas.microsoft.com/office/drawing/2014/main" id="{E5542FFF-9A81-47E9-8F37-76612276C030}"/>
              </a:ext>
            </a:extLst>
          </p:cNvPr>
          <p:cNvSpPr>
            <a:spLocks xmlns:a="http://schemas.openxmlformats.org/drawingml/2006/main" noGrp="1"/>
          </p:cNvSpPr>
          <p:nvPr/>
        </p:nvSpPr>
        <p:spPr>
          <a:xfrm xmlns:a="http://schemas.openxmlformats.org/drawingml/2006/main">
            <a:off x="12277725" y="4990290"/>
            <a:ext cx="51366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관련 기록을 군집으로</a:t>
            </a:r>
          </a:p>
        </p:txBody>
      </p:sp>
      <p:sp>
        <p:nvSpPr>
          <p:cNvPr id="7" name="paper-25-text-006">
            <a:extLst xmlns:a="http://schemas.openxmlformats.org/drawingml/2006/main">
              <a:ext uri="{FF2B5EF4-FFF2-40B4-BE49-F238E27FC236}">
                <a16:creationId xmlns:a16="http://schemas.microsoft.com/office/drawing/2014/main" id="{71C4634C-F793-4C88-9E6C-2EF04728EB46}"/>
              </a:ext>
            </a:extLst>
          </p:cNvPr>
          <p:cNvSpPr>
            <a:spLocks xmlns:a="http://schemas.openxmlformats.org/drawingml/2006/main" noGrp="1"/>
          </p:cNvSpPr>
          <p:nvPr/>
        </p:nvSpPr>
        <p:spPr>
          <a:xfrm xmlns:a="http://schemas.openxmlformats.org/drawingml/2006/main">
            <a:off x="7106412" y="3447907"/>
            <a:ext cx="1217676"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종목</a:t>
            </a:r>
          </a:p>
        </p:txBody>
      </p:sp>
      <p:sp>
        <p:nvSpPr>
          <p:cNvPr id="8" name="paper-25-text-007">
            <a:extLst xmlns:a="http://schemas.openxmlformats.org/drawingml/2006/main">
              <a:ext uri="{FF2B5EF4-FFF2-40B4-BE49-F238E27FC236}">
                <a16:creationId xmlns:a16="http://schemas.microsoft.com/office/drawing/2014/main" id="{19C433CC-162D-4C4D-901A-5A94D084D4CC}"/>
              </a:ext>
            </a:extLst>
          </p:cNvPr>
          <p:cNvSpPr>
            <a:spLocks xmlns:a="http://schemas.openxmlformats.org/drawingml/2006/main" noGrp="1"/>
          </p:cNvSpPr>
          <p:nvPr/>
        </p:nvSpPr>
        <p:spPr>
          <a:xfrm xmlns:a="http://schemas.openxmlformats.org/drawingml/2006/main">
            <a:off x="9144762" y="3095482"/>
            <a:ext cx="1465326"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관심사</a:t>
            </a:r>
          </a:p>
        </p:txBody>
      </p:sp>
      <p:sp>
        <p:nvSpPr>
          <p:cNvPr id="9" name="paper-25-text-008">
            <a:extLst xmlns:a="http://schemas.openxmlformats.org/drawingml/2006/main">
              <a:ext uri="{FF2B5EF4-FFF2-40B4-BE49-F238E27FC236}">
                <a16:creationId xmlns:a16="http://schemas.microsoft.com/office/drawing/2014/main" id="{662DEDB5-6162-411A-A6EB-C20E8DAA7F92}"/>
              </a:ext>
            </a:extLst>
          </p:cNvPr>
          <p:cNvSpPr>
            <a:spLocks xmlns:a="http://schemas.openxmlformats.org/drawingml/2006/main" noGrp="1"/>
          </p:cNvSpPr>
          <p:nvPr/>
        </p:nvSpPr>
        <p:spPr>
          <a:xfrm xmlns:a="http://schemas.openxmlformats.org/drawingml/2006/main">
            <a:off x="7901136" y="3895725"/>
            <a:ext cx="121775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5F6368"/>
                </a:solidFill>
                <a:latin typeface="Noto Sans KR"/>
                <a:ea typeface="Noto Sans KR"/>
                <a:cs typeface="Noto Sans KR"/>
              </a:defRPr>
            </a:pPr>
            <a:r>
              <a:rPr sz="1950" b="0" i="0">
                <a:solidFill>
                  <a:srgbClr val="5F6368"/>
                </a:solidFill>
                <a:latin typeface="Noto Sans KR"/>
                <a:ea typeface="Noto Sans KR"/>
                <a:cs typeface="Noto Sans KR"/>
              </a:rPr>
              <a:t>판단 이유</a:t>
            </a:r>
          </a:p>
        </p:txBody>
      </p:sp>
      <p:sp>
        <p:nvSpPr>
          <p:cNvPr id="10" name="paper-25-text-009">
            <a:extLst xmlns:a="http://schemas.openxmlformats.org/drawingml/2006/main">
              <a:ext uri="{FF2B5EF4-FFF2-40B4-BE49-F238E27FC236}">
                <a16:creationId xmlns:a16="http://schemas.microsoft.com/office/drawing/2014/main" id="{01D164C4-285F-40C3-AFDA-450A57221649}"/>
              </a:ext>
            </a:extLst>
          </p:cNvPr>
          <p:cNvSpPr>
            <a:spLocks xmlns:a="http://schemas.openxmlformats.org/drawingml/2006/main" noGrp="1"/>
          </p:cNvSpPr>
          <p:nvPr/>
        </p:nvSpPr>
        <p:spPr>
          <a:xfrm xmlns:a="http://schemas.openxmlformats.org/drawingml/2006/main">
            <a:off x="6581775" y="6812756"/>
            <a:ext cx="5029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0" i="0">
                <a:solidFill>
                  <a:srgbClr val="1A73E8"/>
                </a:solidFill>
                <a:latin typeface="Noto Sans KR"/>
                <a:ea typeface="Noto Sans KR"/>
                <a:cs typeface="Noto Sans KR"/>
              </a:defRPr>
            </a:pPr>
            <a:r>
              <a:rPr sz="3750" b="0" i="0">
                <a:solidFill>
                  <a:srgbClr val="1A73E8"/>
                </a:solidFill>
                <a:latin typeface="Noto Sans KR"/>
                <a:ea typeface="Noto Sans KR"/>
                <a:cs typeface="Noto Sans KR"/>
              </a:rPr>
              <a:t>지식 그래프</a:t>
            </a:r>
          </a:p>
        </p:txBody>
      </p:sp>
      <p:sp>
        <p:nvSpPr>
          <p:cNvPr id="11" name="paper-25-text-010">
            <a:extLst xmlns:a="http://schemas.openxmlformats.org/drawingml/2006/main">
              <a:ext uri="{FF2B5EF4-FFF2-40B4-BE49-F238E27FC236}">
                <a16:creationId xmlns:a16="http://schemas.microsoft.com/office/drawing/2014/main" id="{F610A4C0-EDC0-4504-9C75-4773054411DF}"/>
              </a:ext>
            </a:extLst>
          </p:cNvPr>
          <p:cNvSpPr>
            <a:spLocks xmlns:a="http://schemas.openxmlformats.org/drawingml/2006/main" noGrp="1"/>
          </p:cNvSpPr>
          <p:nvPr/>
        </p:nvSpPr>
        <p:spPr>
          <a:xfrm xmlns:a="http://schemas.openxmlformats.org/drawingml/2006/main">
            <a:off x="10277475" y="7589806"/>
            <a:ext cx="7491984" cy="13971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Preferential</a:t>
            </a:r>
          </a:p>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Attachment Score</a:t>
            </a:r>
          </a:p>
        </p:txBody>
      </p:sp>
      <p:sp>
        <p:nvSpPr>
          <p:cNvPr id="12" name="paper-25-text-011">
            <a:extLst xmlns:a="http://schemas.openxmlformats.org/drawingml/2006/main">
              <a:ext uri="{FF2B5EF4-FFF2-40B4-BE49-F238E27FC236}">
                <a16:creationId xmlns:a16="http://schemas.microsoft.com/office/drawing/2014/main" id="{4D35005C-84C1-4BF6-864E-DD19DD656230}"/>
              </a:ext>
            </a:extLst>
          </p:cNvPr>
          <p:cNvSpPr>
            <a:spLocks xmlns:a="http://schemas.openxmlformats.org/drawingml/2006/main" noGrp="1"/>
          </p:cNvSpPr>
          <p:nvPr/>
        </p:nvSpPr>
        <p:spPr>
          <a:xfrm xmlns:a="http://schemas.openxmlformats.org/drawingml/2006/main">
            <a:off x="10277475" y="9086040"/>
            <a:ext cx="72321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숨은 연결 관계를 탐색</a:t>
            </a:r>
          </a:p>
        </p:txBody>
      </p:sp>
    </p:spTree>
    <p:extLst>
      <p:ext uri="{BB962C8B-B14F-4D97-AF65-F5344CB8AC3E}">
        <p14:creationId xmlns:p14="http://schemas.microsoft.com/office/powerpoint/2010/main" val="115042131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ba538912d08428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7-text-001">
            <a:extLst xmlns:a="http://schemas.openxmlformats.org/drawingml/2006/main">
              <a:ext uri="{FF2B5EF4-FFF2-40B4-BE49-F238E27FC236}">
                <a16:creationId xmlns:a16="http://schemas.microsoft.com/office/drawing/2014/main" id="{CB7CFEC5-911B-4CBD-9152-910A12F37BA8}"/>
              </a:ext>
            </a:extLst>
          </p:cNvPr>
          <p:cNvSpPr>
            <a:spLocks xmlns:a="http://schemas.openxmlformats.org/drawingml/2006/main" noGrp="1"/>
          </p:cNvSpPr>
          <p:nvPr/>
        </p:nvSpPr>
        <p:spPr>
          <a:xfrm xmlns:a="http://schemas.openxmlformats.org/drawingml/2006/main">
            <a:off x="1114425" y="871347"/>
            <a:ext cx="16815054" cy="1010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400" b="0" i="0">
                <a:solidFill>
                  <a:srgbClr val="202124"/>
                </a:solidFill>
                <a:latin typeface="Noto Sans KR"/>
                <a:ea typeface="Noto Sans KR"/>
                <a:cs typeface="Noto Sans KR"/>
              </a:defRPr>
            </a:pPr>
            <a:r>
              <a:rPr sz="5400" b="0" i="0">
                <a:solidFill>
                  <a:srgbClr val="202124"/>
                </a:solidFill>
                <a:latin typeface="Noto Sans KR"/>
                <a:ea typeface="Noto Sans KR"/>
                <a:cs typeface="Noto Sans KR"/>
              </a:rPr>
              <a:t>투자자의 의도를 실행으로 연결합니다</a:t>
            </a:r>
          </a:p>
        </p:txBody>
      </p:sp>
      <p:sp>
        <p:nvSpPr>
          <p:cNvPr id="3" name="paper-27-text-002">
            <a:extLst xmlns:a="http://schemas.openxmlformats.org/drawingml/2006/main">
              <a:ext uri="{FF2B5EF4-FFF2-40B4-BE49-F238E27FC236}">
                <a16:creationId xmlns:a16="http://schemas.microsoft.com/office/drawing/2014/main" id="{AF6AAA01-5475-403B-8E0E-196F6AB61D0C}"/>
              </a:ext>
            </a:extLst>
          </p:cNvPr>
          <p:cNvSpPr>
            <a:spLocks xmlns:a="http://schemas.openxmlformats.org/drawingml/2006/main" noGrp="1"/>
          </p:cNvSpPr>
          <p:nvPr/>
        </p:nvSpPr>
        <p:spPr>
          <a:xfrm xmlns:a="http://schemas.openxmlformats.org/drawingml/2006/main">
            <a:off x="1247775" y="3244406"/>
            <a:ext cx="5446776" cy="15765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0" i="0">
                <a:solidFill>
                  <a:srgbClr val="202124"/>
                </a:solidFill>
                <a:latin typeface="Arial"/>
                <a:ea typeface="Arial"/>
                <a:cs typeface="Arial"/>
              </a:defRPr>
            </a:pPr>
            <a:r>
              <a:rPr sz="5100" b="0" i="0">
                <a:solidFill>
                  <a:srgbClr val="202124"/>
                </a:solidFill>
                <a:latin typeface="Arial"/>
                <a:ea typeface="Arial"/>
                <a:cs typeface="Arial"/>
              </a:rPr>
              <a:t>Intent</a:t>
            </a:r>
          </a:p>
          <a:p xmlns:a="http://schemas.openxmlformats.org/drawingml/2006/main">
            <a:pPr algn="l">
              <a:defRPr sz="5100" b="0" i="0">
                <a:solidFill>
                  <a:srgbClr val="202124"/>
                </a:solidFill>
                <a:latin typeface="Arial"/>
                <a:ea typeface="Arial"/>
                <a:cs typeface="Arial"/>
              </a:defRPr>
            </a:pPr>
            <a:r>
              <a:rPr sz="5100" b="0" i="0">
                <a:solidFill>
                  <a:srgbClr val="202124"/>
                </a:solidFill>
                <a:latin typeface="Arial"/>
                <a:ea typeface="Arial"/>
                <a:cs typeface="Arial"/>
              </a:rPr>
              <a:t>Classification</a:t>
            </a:r>
          </a:p>
        </p:txBody>
      </p:sp>
      <p:sp>
        <p:nvSpPr>
          <p:cNvPr id="4" name="paper-27-text-003">
            <a:extLst xmlns:a="http://schemas.openxmlformats.org/drawingml/2006/main">
              <a:ext uri="{FF2B5EF4-FFF2-40B4-BE49-F238E27FC236}">
                <a16:creationId xmlns:a16="http://schemas.microsoft.com/office/drawing/2014/main" id="{10156AA0-525C-4FD3-B339-E96E84F30763}"/>
              </a:ext>
            </a:extLst>
          </p:cNvPr>
          <p:cNvSpPr>
            <a:spLocks xmlns:a="http://schemas.openxmlformats.org/drawingml/2006/main" noGrp="1"/>
          </p:cNvSpPr>
          <p:nvPr/>
        </p:nvSpPr>
        <p:spPr>
          <a:xfrm xmlns:a="http://schemas.openxmlformats.org/drawingml/2006/main">
            <a:off x="1247775" y="4971240"/>
            <a:ext cx="51366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규칙 우선 · 추론 후보 ≤ 3</a:t>
            </a:r>
          </a:p>
        </p:txBody>
      </p:sp>
      <p:sp>
        <p:nvSpPr>
          <p:cNvPr id="5" name="paper-27-text-004">
            <a:extLst xmlns:a="http://schemas.openxmlformats.org/drawingml/2006/main">
              <a:ext uri="{FF2B5EF4-FFF2-40B4-BE49-F238E27FC236}">
                <a16:creationId xmlns:a16="http://schemas.microsoft.com/office/drawing/2014/main" id="{D939E09F-1CB6-48AF-9A75-8451E2960C75}"/>
              </a:ext>
            </a:extLst>
          </p:cNvPr>
          <p:cNvSpPr>
            <a:spLocks xmlns:a="http://schemas.openxmlformats.org/drawingml/2006/main" noGrp="1"/>
          </p:cNvSpPr>
          <p:nvPr/>
        </p:nvSpPr>
        <p:spPr>
          <a:xfrm xmlns:a="http://schemas.openxmlformats.org/drawingml/2006/main">
            <a:off x="12277725" y="3146488"/>
            <a:ext cx="5513832" cy="1701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Slot</a:t>
            </a:r>
          </a:p>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Filling</a:t>
            </a:r>
          </a:p>
        </p:txBody>
      </p:sp>
      <p:sp>
        <p:nvSpPr>
          <p:cNvPr id="6" name="paper-27-text-005">
            <a:extLst xmlns:a="http://schemas.openxmlformats.org/drawingml/2006/main">
              <a:ext uri="{FF2B5EF4-FFF2-40B4-BE49-F238E27FC236}">
                <a16:creationId xmlns:a16="http://schemas.microsoft.com/office/drawing/2014/main" id="{758013FD-7735-41B5-9C1D-767BB905C4B9}"/>
              </a:ext>
            </a:extLst>
          </p:cNvPr>
          <p:cNvSpPr>
            <a:spLocks xmlns:a="http://schemas.openxmlformats.org/drawingml/2006/main" noGrp="1"/>
          </p:cNvSpPr>
          <p:nvPr/>
        </p:nvSpPr>
        <p:spPr>
          <a:xfrm xmlns:a="http://schemas.openxmlformats.org/drawingml/2006/main">
            <a:off x="12277725" y="4990957"/>
            <a:ext cx="511987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Arial"/>
                <a:ea typeface="Arial"/>
                <a:cs typeface="Arial"/>
              </a:defRPr>
            </a:pPr>
            <a:r>
              <a:rPr sz="2175" b="0" i="0">
                <a:solidFill>
                  <a:srgbClr val="5F6368"/>
                </a:solidFill>
                <a:latin typeface="Arial"/>
                <a:ea typeface="Arial"/>
                <a:cs typeface="Arial"/>
              </a:rPr>
              <a:t>operation_ref + arguments</a:t>
            </a:r>
          </a:p>
        </p:txBody>
      </p:sp>
      <p:sp>
        <p:nvSpPr>
          <p:cNvPr id="7" name="paper-27-text-006">
            <a:extLst xmlns:a="http://schemas.openxmlformats.org/drawingml/2006/main">
              <a:ext uri="{FF2B5EF4-FFF2-40B4-BE49-F238E27FC236}">
                <a16:creationId xmlns:a16="http://schemas.microsoft.com/office/drawing/2014/main" id="{9DB26CED-0E7C-4110-832F-339921AA41D0}"/>
              </a:ext>
            </a:extLst>
          </p:cNvPr>
          <p:cNvSpPr>
            <a:spLocks xmlns:a="http://schemas.openxmlformats.org/drawingml/2006/main" noGrp="1"/>
          </p:cNvSpPr>
          <p:nvPr/>
        </p:nvSpPr>
        <p:spPr>
          <a:xfrm xmlns:a="http://schemas.openxmlformats.org/drawingml/2006/main">
            <a:off x="6581775" y="6812756"/>
            <a:ext cx="5029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0" i="0">
                <a:solidFill>
                  <a:srgbClr val="1A73E8"/>
                </a:solidFill>
                <a:latin typeface="Noto Sans KR"/>
                <a:ea typeface="Noto Sans KR"/>
                <a:cs typeface="Noto Sans KR"/>
              </a:defRPr>
            </a:pPr>
            <a:r>
              <a:rPr sz="3750" b="0" i="0">
                <a:solidFill>
                  <a:srgbClr val="1A73E8"/>
                </a:solidFill>
                <a:latin typeface="Noto Sans KR"/>
                <a:ea typeface="Noto Sans KR"/>
                <a:cs typeface="Noto Sans KR"/>
              </a:rPr>
              <a:t>AI 함수 라우팅</a:t>
            </a:r>
          </a:p>
        </p:txBody>
      </p:sp>
      <p:sp>
        <p:nvSpPr>
          <p:cNvPr id="8" name="paper-27-text-007">
            <a:extLst xmlns:a="http://schemas.openxmlformats.org/drawingml/2006/main">
              <a:ext uri="{FF2B5EF4-FFF2-40B4-BE49-F238E27FC236}">
                <a16:creationId xmlns:a16="http://schemas.microsoft.com/office/drawing/2014/main" id="{5276DB83-7AEB-40DB-BEA3-8C22A2E119FF}"/>
              </a:ext>
            </a:extLst>
          </p:cNvPr>
          <p:cNvSpPr>
            <a:spLocks xmlns:a="http://schemas.openxmlformats.org/drawingml/2006/main" noGrp="1"/>
          </p:cNvSpPr>
          <p:nvPr/>
        </p:nvSpPr>
        <p:spPr>
          <a:xfrm xmlns:a="http://schemas.openxmlformats.org/drawingml/2006/main">
            <a:off x="6487287" y="4638532"/>
            <a:ext cx="1027176"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요청</a:t>
            </a:r>
          </a:p>
        </p:txBody>
      </p:sp>
      <p:sp>
        <p:nvSpPr>
          <p:cNvPr id="9" name="paper-27-text-008">
            <a:extLst xmlns:a="http://schemas.openxmlformats.org/drawingml/2006/main">
              <a:ext uri="{FF2B5EF4-FFF2-40B4-BE49-F238E27FC236}">
                <a16:creationId xmlns:a16="http://schemas.microsoft.com/office/drawing/2014/main" id="{AB242650-2810-4F2B-A9AC-9F5028DAE7AB}"/>
              </a:ext>
            </a:extLst>
          </p:cNvPr>
          <p:cNvSpPr>
            <a:spLocks xmlns:a="http://schemas.openxmlformats.org/drawingml/2006/main" noGrp="1"/>
          </p:cNvSpPr>
          <p:nvPr/>
        </p:nvSpPr>
        <p:spPr>
          <a:xfrm xmlns:a="http://schemas.openxmlformats.org/drawingml/2006/main">
            <a:off x="7448931" y="3400425"/>
            <a:ext cx="152323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후보 ≤ 3</a:t>
            </a:r>
          </a:p>
        </p:txBody>
      </p:sp>
      <p:sp>
        <p:nvSpPr>
          <p:cNvPr id="10" name="paper-27-text-009">
            <a:extLst xmlns:a="http://schemas.openxmlformats.org/drawingml/2006/main">
              <a:ext uri="{FF2B5EF4-FFF2-40B4-BE49-F238E27FC236}">
                <a16:creationId xmlns:a16="http://schemas.microsoft.com/office/drawing/2014/main" id="{E51729DE-DAF1-41A2-B02C-EF330ED8A843}"/>
              </a:ext>
            </a:extLst>
          </p:cNvPr>
          <p:cNvSpPr>
            <a:spLocks xmlns:a="http://schemas.openxmlformats.org/drawingml/2006/main" noGrp="1"/>
          </p:cNvSpPr>
          <p:nvPr/>
        </p:nvSpPr>
        <p:spPr>
          <a:xfrm xmlns:a="http://schemas.openxmlformats.org/drawingml/2006/main">
            <a:off x="8925306" y="4086225"/>
            <a:ext cx="230428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i="0">
                <a:solidFill>
                  <a:srgbClr val="5F6368"/>
                </a:solidFill>
                <a:latin typeface="Arial"/>
                <a:ea typeface="Arial"/>
                <a:cs typeface="Arial"/>
              </a:defRPr>
            </a:pPr>
            <a:r>
              <a:rPr sz="2025" b="0" i="0">
                <a:solidFill>
                  <a:srgbClr val="5F6368"/>
                </a:solidFill>
                <a:latin typeface="Arial"/>
                <a:ea typeface="Arial"/>
                <a:cs typeface="Arial"/>
              </a:rPr>
              <a:t>JSON proposal</a:t>
            </a:r>
          </a:p>
        </p:txBody>
      </p:sp>
      <p:sp>
        <p:nvSpPr>
          <p:cNvPr id="11" name="paper-27-text-010">
            <a:extLst xmlns:a="http://schemas.openxmlformats.org/drawingml/2006/main">
              <a:ext uri="{FF2B5EF4-FFF2-40B4-BE49-F238E27FC236}">
                <a16:creationId xmlns:a16="http://schemas.microsoft.com/office/drawing/2014/main" id="{44304E4B-5EBD-4E71-A824-A0F0F2CE9D01}"/>
              </a:ext>
            </a:extLst>
          </p:cNvPr>
          <p:cNvSpPr>
            <a:spLocks xmlns:a="http://schemas.openxmlformats.org/drawingml/2006/main" noGrp="1"/>
          </p:cNvSpPr>
          <p:nvPr/>
        </p:nvSpPr>
        <p:spPr>
          <a:xfrm xmlns:a="http://schemas.openxmlformats.org/drawingml/2006/main">
            <a:off x="9200769" y="4898898"/>
            <a:ext cx="1753362" cy="711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i="0">
                <a:solidFill>
                  <a:srgbClr val="1A73E8"/>
                </a:solidFill>
                <a:latin typeface="Arial"/>
                <a:ea typeface="Arial"/>
                <a:cs typeface="Arial"/>
              </a:defRPr>
            </a:pPr>
            <a:r>
              <a:rPr sz="3600" b="0" i="0">
                <a:solidFill>
                  <a:srgbClr val="1A73E8"/>
                </a:solidFill>
                <a:latin typeface="Arial"/>
                <a:ea typeface="Arial"/>
                <a:cs typeface="Arial"/>
              </a:rPr>
              <a:t>f(x)</a:t>
            </a:r>
          </a:p>
        </p:txBody>
      </p:sp>
      <p:sp>
        <p:nvSpPr>
          <p:cNvPr id="12" name="paper-27-text-011">
            <a:extLst xmlns:a="http://schemas.openxmlformats.org/drawingml/2006/main">
              <a:ext uri="{FF2B5EF4-FFF2-40B4-BE49-F238E27FC236}">
                <a16:creationId xmlns:a16="http://schemas.microsoft.com/office/drawing/2014/main" id="{15F30947-AFCE-4232-A5D6-82086B109761}"/>
              </a:ext>
            </a:extLst>
          </p:cNvPr>
          <p:cNvSpPr>
            <a:spLocks xmlns:a="http://schemas.openxmlformats.org/drawingml/2006/main" noGrp="1"/>
          </p:cNvSpPr>
          <p:nvPr/>
        </p:nvSpPr>
        <p:spPr>
          <a:xfrm xmlns:a="http://schemas.openxmlformats.org/drawingml/2006/main">
            <a:off x="8696325" y="6038850"/>
            <a:ext cx="1800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검증 · 호출</a:t>
            </a:r>
          </a:p>
        </p:txBody>
      </p:sp>
      <p:sp>
        <p:nvSpPr>
          <p:cNvPr id="13" name="paper-27-text-012">
            <a:extLst xmlns:a="http://schemas.openxmlformats.org/drawingml/2006/main">
              <a:ext uri="{FF2B5EF4-FFF2-40B4-BE49-F238E27FC236}">
                <a16:creationId xmlns:a16="http://schemas.microsoft.com/office/drawing/2014/main" id="{CC1C1FCD-7C9C-492D-93A6-72CFD375A5CB}"/>
              </a:ext>
            </a:extLst>
          </p:cNvPr>
          <p:cNvSpPr>
            <a:spLocks xmlns:a="http://schemas.openxmlformats.org/drawingml/2006/main" noGrp="1"/>
          </p:cNvSpPr>
          <p:nvPr/>
        </p:nvSpPr>
        <p:spPr>
          <a:xfrm xmlns:a="http://schemas.openxmlformats.org/drawingml/2006/main">
            <a:off x="10277475" y="7589806"/>
            <a:ext cx="7491984" cy="13971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Schema</a:t>
            </a:r>
          </a:p>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Validation</a:t>
            </a:r>
          </a:p>
        </p:txBody>
      </p:sp>
      <p:sp>
        <p:nvSpPr>
          <p:cNvPr id="14" name="paper-27-text-013">
            <a:extLst xmlns:a="http://schemas.openxmlformats.org/drawingml/2006/main">
              <a:ext uri="{FF2B5EF4-FFF2-40B4-BE49-F238E27FC236}">
                <a16:creationId xmlns:a16="http://schemas.microsoft.com/office/drawing/2014/main" id="{8EAF1A41-4E2A-4A68-893F-313FD48C073E}"/>
              </a:ext>
            </a:extLst>
          </p:cNvPr>
          <p:cNvSpPr>
            <a:spLocks xmlns:a="http://schemas.openxmlformats.org/drawingml/2006/main" noGrp="1"/>
          </p:cNvSpPr>
          <p:nvPr/>
        </p:nvSpPr>
        <p:spPr>
          <a:xfrm xmlns:a="http://schemas.openxmlformats.org/drawingml/2006/main">
            <a:off x="10277475" y="9086707"/>
            <a:ext cx="721537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Arial"/>
                <a:ea typeface="Arial"/>
                <a:cs typeface="Arial"/>
              </a:defRPr>
            </a:pPr>
            <a:r>
              <a:rPr sz="2175" b="0" i="0">
                <a:solidFill>
                  <a:srgbClr val="5F6368"/>
                </a:solidFill>
                <a:latin typeface="Arial"/>
                <a:ea typeface="Arial"/>
                <a:cs typeface="Arial"/>
              </a:rPr>
              <a:t>required · type · enum · pattern</a:t>
            </a:r>
          </a:p>
        </p:txBody>
      </p:sp>
    </p:spTree>
    <p:extLst>
      <p:ext uri="{BB962C8B-B14F-4D97-AF65-F5344CB8AC3E}">
        <p14:creationId xmlns:p14="http://schemas.microsoft.com/office/powerpoint/2010/main" val="9891149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de4f890ac924e8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8-text-001">
            <a:extLst xmlns:a="http://schemas.openxmlformats.org/drawingml/2006/main">
              <a:ext uri="{FF2B5EF4-FFF2-40B4-BE49-F238E27FC236}">
                <a16:creationId xmlns:a16="http://schemas.microsoft.com/office/drawing/2014/main" id="{E031D3B1-6974-4368-B84F-932DE63A1EEA}"/>
              </a:ext>
            </a:extLst>
          </p:cNvPr>
          <p:cNvSpPr>
            <a:spLocks xmlns:a="http://schemas.openxmlformats.org/drawingml/2006/main" noGrp="1"/>
          </p:cNvSpPr>
          <p:nvPr/>
        </p:nvSpPr>
        <p:spPr>
          <a:xfrm xmlns:a="http://schemas.openxmlformats.org/drawingml/2006/main">
            <a:off x="1133475" y="1245680"/>
            <a:ext cx="7743444" cy="21419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900" b="0" i="0">
                <a:solidFill>
                  <a:srgbClr val="202124"/>
                </a:solidFill>
                <a:latin typeface="Arial"/>
                <a:ea typeface="Arial"/>
                <a:cs typeface="Arial"/>
              </a:defRPr>
            </a:pPr>
            <a:r>
              <a:rPr sz="6900" b="0" i="0">
                <a:solidFill>
                  <a:srgbClr val="202124"/>
                </a:solidFill>
                <a:latin typeface="Arial"/>
                <a:ea typeface="Arial"/>
                <a:cs typeface="Arial"/>
              </a:rPr>
              <a:t>Intent</a:t>
            </a:r>
          </a:p>
          <a:p xmlns:a="http://schemas.openxmlformats.org/drawingml/2006/main">
            <a:pPr algn="l">
              <a:defRPr sz="6900" b="0" i="0">
                <a:solidFill>
                  <a:srgbClr val="202124"/>
                </a:solidFill>
                <a:latin typeface="Arial"/>
                <a:ea typeface="Arial"/>
                <a:cs typeface="Arial"/>
              </a:defRPr>
            </a:pPr>
            <a:r>
              <a:rPr sz="6900" b="0" i="0">
                <a:solidFill>
                  <a:srgbClr val="202124"/>
                </a:solidFill>
                <a:latin typeface="Arial"/>
                <a:ea typeface="Arial"/>
                <a:cs typeface="Arial"/>
              </a:rPr>
              <a:t>Classification</a:t>
            </a:r>
          </a:p>
        </p:txBody>
      </p:sp>
      <p:sp>
        <p:nvSpPr>
          <p:cNvPr id="3" name="paper-28-text-002">
            <a:extLst xmlns:a="http://schemas.openxmlformats.org/drawingml/2006/main">
              <a:ext uri="{FF2B5EF4-FFF2-40B4-BE49-F238E27FC236}">
                <a16:creationId xmlns:a16="http://schemas.microsoft.com/office/drawing/2014/main" id="{355E237A-FCCE-4BD6-A1E1-B93325DE762F}"/>
              </a:ext>
            </a:extLst>
          </p:cNvPr>
          <p:cNvSpPr>
            <a:spLocks xmlns:a="http://schemas.openxmlformats.org/drawingml/2006/main" noGrp="1"/>
          </p:cNvSpPr>
          <p:nvPr/>
        </p:nvSpPr>
        <p:spPr>
          <a:xfrm xmlns:a="http://schemas.openxmlformats.org/drawingml/2006/main">
            <a:off x="1133475" y="3621881"/>
            <a:ext cx="7391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요청에 맞는 함수를</a:t>
            </a:r>
          </a:p>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선택합니다</a:t>
            </a:r>
          </a:p>
        </p:txBody>
      </p:sp>
      <p:sp>
        <p:nvSpPr>
          <p:cNvPr id="4" name="paper-28-text-003">
            <a:extLst xmlns:a="http://schemas.openxmlformats.org/drawingml/2006/main">
              <a:ext uri="{FF2B5EF4-FFF2-40B4-BE49-F238E27FC236}">
                <a16:creationId xmlns:a16="http://schemas.microsoft.com/office/drawing/2014/main" id="{E536250C-36D7-4626-A1AA-DA27B55C4F9F}"/>
              </a:ext>
            </a:extLst>
          </p:cNvPr>
          <p:cNvSpPr>
            <a:spLocks xmlns:a="http://schemas.openxmlformats.org/drawingml/2006/main" noGrp="1"/>
          </p:cNvSpPr>
          <p:nvPr/>
        </p:nvSpPr>
        <p:spPr>
          <a:xfrm xmlns:a="http://schemas.openxmlformats.org/drawingml/2006/main">
            <a:off x="1133475" y="7323915"/>
            <a:ext cx="75178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Arial"/>
                <a:ea typeface="Arial"/>
                <a:cs typeface="Arial"/>
              </a:defRPr>
            </a:pPr>
            <a:r>
              <a:rPr sz="2325" b="0" i="0">
                <a:solidFill>
                  <a:srgbClr val="1A73E8"/>
                </a:solidFill>
                <a:latin typeface="Arial"/>
                <a:ea typeface="Arial"/>
                <a:cs typeface="Arial"/>
              </a:rPr>
              <a:t>Rule-first → LLM fallback</a:t>
            </a:r>
          </a:p>
        </p:txBody>
      </p:sp>
      <p:sp>
        <p:nvSpPr>
          <p:cNvPr id="5" name="paper-28-text-004">
            <a:extLst xmlns:a="http://schemas.openxmlformats.org/drawingml/2006/main">
              <a:ext uri="{FF2B5EF4-FFF2-40B4-BE49-F238E27FC236}">
                <a16:creationId xmlns:a16="http://schemas.microsoft.com/office/drawing/2014/main" id="{53C6335A-F745-4D3E-9A4D-7A4FDC9D8E67}"/>
              </a:ext>
            </a:extLst>
          </p:cNvPr>
          <p:cNvSpPr>
            <a:spLocks xmlns:a="http://schemas.openxmlformats.org/drawingml/2006/main" noGrp="1"/>
          </p:cNvSpPr>
          <p:nvPr/>
        </p:nvSpPr>
        <p:spPr>
          <a:xfrm xmlns:a="http://schemas.openxmlformats.org/drawingml/2006/main">
            <a:off x="1133475" y="7915275"/>
            <a:ext cx="7492746"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i="0">
                <a:solidFill>
                  <a:srgbClr val="5F6368"/>
                </a:solidFill>
                <a:latin typeface="Noto Sans KR"/>
                <a:ea typeface="Noto Sans KR"/>
                <a:cs typeface="Noto Sans KR"/>
              </a:defRPr>
            </a:pPr>
            <a:r>
              <a:rPr sz="2100" b="0" i="0">
                <a:solidFill>
                  <a:srgbClr val="5F6368"/>
                </a:solidFill>
                <a:latin typeface="Noto Sans KR"/>
                <a:ea typeface="Noto Sans KR"/>
                <a:cs typeface="Noto Sans KR"/>
              </a:rPr>
              <a:t>needs_inference일 때만 추론</a:t>
            </a:r>
          </a:p>
        </p:txBody>
      </p:sp>
      <p:sp>
        <p:nvSpPr>
          <p:cNvPr id="6" name="paper-28-text-005">
            <a:extLst xmlns:a="http://schemas.openxmlformats.org/drawingml/2006/main">
              <a:ext uri="{FF2B5EF4-FFF2-40B4-BE49-F238E27FC236}">
                <a16:creationId xmlns:a16="http://schemas.microsoft.com/office/drawing/2014/main" id="{18683672-5EF3-474B-BE4B-F19E4A61D629}"/>
              </a:ext>
            </a:extLst>
          </p:cNvPr>
          <p:cNvSpPr>
            <a:spLocks xmlns:a="http://schemas.openxmlformats.org/drawingml/2006/main" noGrp="1"/>
          </p:cNvSpPr>
          <p:nvPr/>
        </p:nvSpPr>
        <p:spPr>
          <a:xfrm xmlns:a="http://schemas.openxmlformats.org/drawingml/2006/main">
            <a:off x="1133475" y="8486775"/>
            <a:ext cx="7484364"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단일 후보·인자 계약 충족 시 LLM 생략</a:t>
            </a:r>
          </a:p>
        </p:txBody>
      </p:sp>
      <p:sp>
        <p:nvSpPr>
          <p:cNvPr id="7" name="paper-28-text-006">
            <a:extLst xmlns:a="http://schemas.openxmlformats.org/drawingml/2006/main">
              <a:ext uri="{FF2B5EF4-FFF2-40B4-BE49-F238E27FC236}">
                <a16:creationId xmlns:a16="http://schemas.microsoft.com/office/drawing/2014/main" id="{BA69A727-67AF-4CB9-81A1-305952A82C9F}"/>
              </a:ext>
            </a:extLst>
          </p:cNvPr>
          <p:cNvSpPr>
            <a:spLocks xmlns:a="http://schemas.openxmlformats.org/drawingml/2006/main" noGrp="1"/>
          </p:cNvSpPr>
          <p:nvPr/>
        </p:nvSpPr>
        <p:spPr>
          <a:xfrm xmlns:a="http://schemas.openxmlformats.org/drawingml/2006/main">
            <a:off x="9020175" y="15049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요청 예시</a:t>
            </a:r>
          </a:p>
        </p:txBody>
      </p:sp>
      <p:sp>
        <p:nvSpPr>
          <p:cNvPr id="8" name="paper-28-text-007">
            <a:extLst xmlns:a="http://schemas.openxmlformats.org/drawingml/2006/main">
              <a:ext uri="{FF2B5EF4-FFF2-40B4-BE49-F238E27FC236}">
                <a16:creationId xmlns:a16="http://schemas.microsoft.com/office/drawing/2014/main" id="{70615E6E-520A-40AF-B718-BE5CCBFDB4F6}"/>
              </a:ext>
            </a:extLst>
          </p:cNvPr>
          <p:cNvSpPr>
            <a:spLocks xmlns:a="http://schemas.openxmlformats.org/drawingml/2006/main" noGrp="1"/>
          </p:cNvSpPr>
          <p:nvPr/>
        </p:nvSpPr>
        <p:spPr>
          <a:xfrm xmlns:a="http://schemas.openxmlformats.org/drawingml/2006/main">
            <a:off x="9020175" y="2016490"/>
            <a:ext cx="8234934" cy="1135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i="0">
                <a:solidFill>
                  <a:srgbClr val="202124"/>
                </a:solidFill>
                <a:latin typeface="Noto Sans KR"/>
                <a:ea typeface="Noto Sans KR"/>
                <a:cs typeface="Noto Sans KR"/>
              </a:defRPr>
            </a:pPr>
            <a:r>
              <a:rPr sz="2775" b="0" i="0">
                <a:solidFill>
                  <a:srgbClr val="202124"/>
                </a:solidFill>
                <a:latin typeface="Noto Sans KR"/>
                <a:ea typeface="Noto Sans KR"/>
                <a:cs typeface="Noto Sans KR"/>
              </a:rPr>
              <a:t>“삼성전자 최근 한 달</a:t>
            </a:r>
          </a:p>
          <a:p xmlns:a="http://schemas.openxmlformats.org/drawingml/2006/main">
            <a:pPr algn="l">
              <a:defRPr sz="2775" b="0" i="0">
                <a:solidFill>
                  <a:srgbClr val="202124"/>
                </a:solidFill>
                <a:latin typeface="Noto Sans KR"/>
                <a:ea typeface="Noto Sans KR"/>
                <a:cs typeface="Noto Sans KR"/>
              </a:defRPr>
            </a:pPr>
            <a:r>
              <a:rPr sz="2775" b="0" i="0">
                <a:solidFill>
                  <a:srgbClr val="202124"/>
                </a:solidFill>
                <a:latin typeface="Noto Sans KR"/>
                <a:ea typeface="Noto Sans KR"/>
                <a:cs typeface="Noto Sans KR"/>
              </a:rPr>
              <a:t>일별 주가 흐름 보여줘.”</a:t>
            </a:r>
          </a:p>
        </p:txBody>
      </p:sp>
      <p:sp>
        <p:nvSpPr>
          <p:cNvPr id="9" name="paper-28-text-008">
            <a:extLst xmlns:a="http://schemas.openxmlformats.org/drawingml/2006/main">
              <a:ext uri="{FF2B5EF4-FFF2-40B4-BE49-F238E27FC236}">
                <a16:creationId xmlns:a16="http://schemas.microsoft.com/office/drawing/2014/main" id="{3B9EF25C-1653-4A65-B5F7-0354854F14E8}"/>
              </a:ext>
            </a:extLst>
          </p:cNvPr>
          <p:cNvSpPr>
            <a:spLocks xmlns:a="http://schemas.openxmlformats.org/drawingml/2006/main" noGrp="1"/>
          </p:cNvSpPr>
          <p:nvPr/>
        </p:nvSpPr>
        <p:spPr>
          <a:xfrm xmlns:a="http://schemas.openxmlformats.org/drawingml/2006/main">
            <a:off x="11420475" y="3845624"/>
            <a:ext cx="5332857"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i="0">
                <a:solidFill>
                  <a:srgbClr val="5F6368"/>
                </a:solidFill>
                <a:latin typeface="Noto Sans KR"/>
                <a:ea typeface="Noto Sans KR"/>
                <a:cs typeface="Noto Sans KR"/>
              </a:defRPr>
            </a:pPr>
            <a:r>
              <a:rPr sz="2700" b="0" i="0">
                <a:solidFill>
                  <a:srgbClr val="5F6368"/>
                </a:solidFill>
                <a:latin typeface="Noto Sans KR"/>
                <a:ea typeface="Noto Sans KR"/>
                <a:cs typeface="Noto Sans KR"/>
              </a:rPr>
              <a:t>현재가 조회</a:t>
            </a:r>
          </a:p>
        </p:txBody>
      </p:sp>
      <p:sp>
        <p:nvSpPr>
          <p:cNvPr id="10" name="paper-28-text-009">
            <a:extLst xmlns:a="http://schemas.openxmlformats.org/drawingml/2006/main">
              <a:ext uri="{FF2B5EF4-FFF2-40B4-BE49-F238E27FC236}">
                <a16:creationId xmlns:a16="http://schemas.microsoft.com/office/drawing/2014/main" id="{4AFD7411-949E-44D2-BF74-07D3149510D4}"/>
              </a:ext>
            </a:extLst>
          </p:cNvPr>
          <p:cNvSpPr>
            <a:spLocks xmlns:a="http://schemas.openxmlformats.org/drawingml/2006/main" noGrp="1"/>
          </p:cNvSpPr>
          <p:nvPr/>
        </p:nvSpPr>
        <p:spPr>
          <a:xfrm xmlns:a="http://schemas.openxmlformats.org/drawingml/2006/main">
            <a:off x="11420475" y="5179124"/>
            <a:ext cx="2721102" cy="524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0" i="0">
                <a:solidFill>
                  <a:srgbClr val="1A73E8"/>
                </a:solidFill>
                <a:latin typeface="Noto Sans KR"/>
                <a:ea typeface="Noto Sans KR"/>
                <a:cs typeface="Noto Sans KR"/>
              </a:defRPr>
            </a:pPr>
            <a:r>
              <a:rPr sz="2700" b="0" i="0">
                <a:solidFill>
                  <a:srgbClr val="1A73E8"/>
                </a:solidFill>
                <a:latin typeface="Noto Sans KR"/>
                <a:ea typeface="Noto Sans KR"/>
                <a:cs typeface="Noto Sans KR"/>
              </a:rPr>
              <a:t>기간별 주가 조회</a:t>
            </a:r>
          </a:p>
        </p:txBody>
      </p:sp>
      <p:sp>
        <p:nvSpPr>
          <p:cNvPr id="11" name="paper-28-text-010">
            <a:extLst xmlns:a="http://schemas.openxmlformats.org/drawingml/2006/main">
              <a:ext uri="{FF2B5EF4-FFF2-40B4-BE49-F238E27FC236}">
                <a16:creationId xmlns:a16="http://schemas.microsoft.com/office/drawing/2014/main" id="{EABEEAE1-818A-42A3-A84C-6C95B7AE6735}"/>
              </a:ext>
            </a:extLst>
          </p:cNvPr>
          <p:cNvSpPr>
            <a:spLocks xmlns:a="http://schemas.openxmlformats.org/drawingml/2006/main" noGrp="1"/>
          </p:cNvSpPr>
          <p:nvPr/>
        </p:nvSpPr>
        <p:spPr>
          <a:xfrm xmlns:a="http://schemas.openxmlformats.org/drawingml/2006/main">
            <a:off x="14582775" y="5229225"/>
            <a:ext cx="165586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1A73E8"/>
                </a:solidFill>
                <a:latin typeface="Arial"/>
                <a:ea typeface="Arial"/>
                <a:cs typeface="Arial"/>
              </a:defRPr>
            </a:pPr>
            <a:r>
              <a:rPr sz="1875" b="0" i="0">
                <a:solidFill>
                  <a:srgbClr val="1A73E8"/>
                </a:solidFill>
                <a:latin typeface="Arial"/>
                <a:ea typeface="Arial"/>
                <a:cs typeface="Arial"/>
              </a:rPr>
              <a:t>operation_ref</a:t>
            </a:r>
          </a:p>
        </p:txBody>
      </p:sp>
      <p:sp>
        <p:nvSpPr>
          <p:cNvPr id="12" name="paper-28-text-011">
            <a:extLst xmlns:a="http://schemas.openxmlformats.org/drawingml/2006/main">
              <a:ext uri="{FF2B5EF4-FFF2-40B4-BE49-F238E27FC236}">
                <a16:creationId xmlns:a16="http://schemas.microsoft.com/office/drawing/2014/main" id="{A5DD71CE-F38E-4501-8B63-4119E0E9E5B4}"/>
              </a:ext>
            </a:extLst>
          </p:cNvPr>
          <p:cNvSpPr>
            <a:spLocks xmlns:a="http://schemas.openxmlformats.org/drawingml/2006/main" noGrp="1"/>
          </p:cNvSpPr>
          <p:nvPr/>
        </p:nvSpPr>
        <p:spPr>
          <a:xfrm xmlns:a="http://schemas.openxmlformats.org/drawingml/2006/main">
            <a:off x="11420475" y="6322124"/>
            <a:ext cx="5332857"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i="0">
                <a:solidFill>
                  <a:srgbClr val="5F6368"/>
                </a:solidFill>
                <a:latin typeface="Noto Sans KR"/>
                <a:ea typeface="Noto Sans KR"/>
                <a:cs typeface="Noto Sans KR"/>
              </a:defRPr>
            </a:pPr>
            <a:r>
              <a:rPr sz="2700" b="0" i="0">
                <a:solidFill>
                  <a:srgbClr val="5F6368"/>
                </a:solidFill>
                <a:latin typeface="Noto Sans KR"/>
                <a:ea typeface="Noto Sans KR"/>
                <a:cs typeface="Noto Sans KR"/>
              </a:rPr>
              <a:t>기업 정보 조회</a:t>
            </a:r>
          </a:p>
        </p:txBody>
      </p:sp>
      <p:sp>
        <p:nvSpPr>
          <p:cNvPr id="13" name="paper-28-text-012">
            <a:extLst xmlns:a="http://schemas.openxmlformats.org/drawingml/2006/main">
              <a:ext uri="{FF2B5EF4-FFF2-40B4-BE49-F238E27FC236}">
                <a16:creationId xmlns:a16="http://schemas.microsoft.com/office/drawing/2014/main" id="{C716D5D5-5164-49F4-A6C6-2892D736BA38}"/>
              </a:ext>
            </a:extLst>
          </p:cNvPr>
          <p:cNvSpPr>
            <a:spLocks xmlns:a="http://schemas.openxmlformats.org/drawingml/2006/main" noGrp="1"/>
          </p:cNvSpPr>
          <p:nvPr/>
        </p:nvSpPr>
        <p:spPr>
          <a:xfrm xmlns:a="http://schemas.openxmlformats.org/drawingml/2006/main">
            <a:off x="9020175" y="8010049"/>
            <a:ext cx="819531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i="0">
                <a:solidFill>
                  <a:srgbClr val="1A73E8"/>
                </a:solidFill>
                <a:latin typeface="Noto Sans KR"/>
                <a:ea typeface="Noto Sans KR"/>
                <a:cs typeface="Noto Sans KR"/>
              </a:defRPr>
            </a:pPr>
            <a:r>
              <a:rPr sz="2250" b="0" i="0">
                <a:solidFill>
                  <a:srgbClr val="1A73E8"/>
                </a:solidFill>
                <a:latin typeface="Noto Sans KR"/>
                <a:ea typeface="Noto Sans KR"/>
                <a:cs typeface="Noto Sans KR"/>
              </a:rPr>
              <a:t>허용 후보 ≤ 3 → operation_ref 1개</a:t>
            </a:r>
          </a:p>
        </p:txBody>
      </p:sp>
      <p:sp>
        <p:nvSpPr>
          <p:cNvPr id="14" name="paper-28-text-013">
            <a:extLst xmlns:a="http://schemas.openxmlformats.org/drawingml/2006/main">
              <a:ext uri="{FF2B5EF4-FFF2-40B4-BE49-F238E27FC236}">
                <a16:creationId xmlns:a16="http://schemas.microsoft.com/office/drawing/2014/main" id="{7AE4965B-E7BB-481A-9E6C-6340D3E73472}"/>
              </a:ext>
            </a:extLst>
          </p:cNvPr>
          <p:cNvSpPr>
            <a:spLocks xmlns:a="http://schemas.openxmlformats.org/drawingml/2006/main" noGrp="1"/>
          </p:cNvSpPr>
          <p:nvPr/>
        </p:nvSpPr>
        <p:spPr>
          <a:xfrm xmlns:a="http://schemas.openxmlformats.org/drawingml/2006/main">
            <a:off x="9020175" y="8658225"/>
            <a:ext cx="815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앱 조회 추론 경로 · 후보 내부에서만 선택</a:t>
            </a:r>
          </a:p>
        </p:txBody>
      </p:sp>
    </p:spTree>
    <p:extLst>
      <p:ext uri="{BB962C8B-B14F-4D97-AF65-F5344CB8AC3E}">
        <p14:creationId xmlns:p14="http://schemas.microsoft.com/office/powerpoint/2010/main" val="170289183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d9ae8f2ffc2495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29-text-001">
            <a:extLst xmlns:a="http://schemas.openxmlformats.org/drawingml/2006/main">
              <a:ext uri="{FF2B5EF4-FFF2-40B4-BE49-F238E27FC236}">
                <a16:creationId xmlns:a16="http://schemas.microsoft.com/office/drawing/2014/main" id="{1D4C56E0-F429-47B9-9624-0AD164317439}"/>
              </a:ext>
            </a:extLst>
          </p:cNvPr>
          <p:cNvSpPr>
            <a:spLocks xmlns:a="http://schemas.openxmlformats.org/drawingml/2006/main" noGrp="1"/>
          </p:cNvSpPr>
          <p:nvPr/>
        </p:nvSpPr>
        <p:spPr>
          <a:xfrm xmlns:a="http://schemas.openxmlformats.org/drawingml/2006/main">
            <a:off x="1133475" y="1237679"/>
            <a:ext cx="7563612" cy="2440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700" b="0" i="0">
                <a:solidFill>
                  <a:srgbClr val="202124"/>
                </a:solidFill>
                <a:latin typeface="Arial"/>
                <a:ea typeface="Arial"/>
                <a:cs typeface="Arial"/>
              </a:defRPr>
            </a:pPr>
            <a:r>
              <a:rPr sz="8700" b="0" i="0">
                <a:solidFill>
                  <a:srgbClr val="202124"/>
                </a:solidFill>
                <a:latin typeface="Arial"/>
                <a:ea typeface="Arial"/>
                <a:cs typeface="Arial"/>
              </a:rPr>
              <a:t>Slot</a:t>
            </a:r>
          </a:p>
          <a:p xmlns:a="http://schemas.openxmlformats.org/drawingml/2006/main">
            <a:pPr algn="l">
              <a:defRPr sz="8700" b="0" i="0">
                <a:solidFill>
                  <a:srgbClr val="202124"/>
                </a:solidFill>
                <a:latin typeface="Arial"/>
                <a:ea typeface="Arial"/>
                <a:cs typeface="Arial"/>
              </a:defRPr>
            </a:pPr>
            <a:r>
              <a:rPr sz="8700" b="0" i="0">
                <a:solidFill>
                  <a:srgbClr val="202124"/>
                </a:solidFill>
                <a:latin typeface="Arial"/>
                <a:ea typeface="Arial"/>
                <a:cs typeface="Arial"/>
              </a:rPr>
              <a:t>Filling</a:t>
            </a:r>
          </a:p>
        </p:txBody>
      </p:sp>
      <p:sp>
        <p:nvSpPr>
          <p:cNvPr id="3" name="paper-29-text-002">
            <a:extLst xmlns:a="http://schemas.openxmlformats.org/drawingml/2006/main">
              <a:ext uri="{FF2B5EF4-FFF2-40B4-BE49-F238E27FC236}">
                <a16:creationId xmlns:a16="http://schemas.microsoft.com/office/drawing/2014/main" id="{7372F425-50AD-4E48-A67B-0F081FB8FF2F}"/>
              </a:ext>
            </a:extLst>
          </p:cNvPr>
          <p:cNvSpPr>
            <a:spLocks xmlns:a="http://schemas.openxmlformats.org/drawingml/2006/main" noGrp="1"/>
          </p:cNvSpPr>
          <p:nvPr/>
        </p:nvSpPr>
        <p:spPr>
          <a:xfrm xmlns:a="http://schemas.openxmlformats.org/drawingml/2006/main">
            <a:off x="1133475" y="3888581"/>
            <a:ext cx="7010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함수에 필요한</a:t>
            </a:r>
          </a:p>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인자를 채웁니다</a:t>
            </a:r>
          </a:p>
        </p:txBody>
      </p:sp>
      <p:sp>
        <p:nvSpPr>
          <p:cNvPr id="4" name="paper-29-text-003">
            <a:extLst xmlns:a="http://schemas.openxmlformats.org/drawingml/2006/main">
              <a:ext uri="{FF2B5EF4-FFF2-40B4-BE49-F238E27FC236}">
                <a16:creationId xmlns:a16="http://schemas.microsoft.com/office/drawing/2014/main" id="{477CA262-871B-465E-BC87-8E8D4F825D20}"/>
              </a:ext>
            </a:extLst>
          </p:cNvPr>
          <p:cNvSpPr>
            <a:spLocks xmlns:a="http://schemas.openxmlformats.org/drawingml/2006/main" noGrp="1"/>
          </p:cNvSpPr>
          <p:nvPr/>
        </p:nvSpPr>
        <p:spPr>
          <a:xfrm xmlns:a="http://schemas.openxmlformats.org/drawingml/2006/main">
            <a:off x="9020175" y="15049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요청 예시</a:t>
            </a:r>
          </a:p>
        </p:txBody>
      </p:sp>
      <p:sp>
        <p:nvSpPr>
          <p:cNvPr id="5" name="paper-29-text-004">
            <a:extLst xmlns:a="http://schemas.openxmlformats.org/drawingml/2006/main">
              <a:ext uri="{FF2B5EF4-FFF2-40B4-BE49-F238E27FC236}">
                <a16:creationId xmlns:a16="http://schemas.microsoft.com/office/drawing/2014/main" id="{A007EC0E-C9F0-46A5-BF65-693B58D5357B}"/>
              </a:ext>
            </a:extLst>
          </p:cNvPr>
          <p:cNvSpPr>
            <a:spLocks xmlns:a="http://schemas.openxmlformats.org/drawingml/2006/main" noGrp="1"/>
          </p:cNvSpPr>
          <p:nvPr/>
        </p:nvSpPr>
        <p:spPr>
          <a:xfrm xmlns:a="http://schemas.openxmlformats.org/drawingml/2006/main">
            <a:off x="9020175" y="2016490"/>
            <a:ext cx="8234934" cy="1135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i="0">
                <a:solidFill>
                  <a:srgbClr val="202124"/>
                </a:solidFill>
                <a:latin typeface="Noto Sans KR"/>
                <a:ea typeface="Noto Sans KR"/>
                <a:cs typeface="Noto Sans KR"/>
              </a:defRPr>
            </a:pPr>
            <a:r>
              <a:rPr sz="2775" b="0" i="0">
                <a:solidFill>
                  <a:srgbClr val="202124"/>
                </a:solidFill>
                <a:latin typeface="Noto Sans KR"/>
                <a:ea typeface="Noto Sans KR"/>
                <a:cs typeface="Noto Sans KR"/>
              </a:rPr>
              <a:t>“삼성전자 최근 한 달</a:t>
            </a:r>
          </a:p>
          <a:p xmlns:a="http://schemas.openxmlformats.org/drawingml/2006/main">
            <a:pPr algn="l">
              <a:defRPr sz="2775" b="0" i="0">
                <a:solidFill>
                  <a:srgbClr val="202124"/>
                </a:solidFill>
                <a:latin typeface="Noto Sans KR"/>
                <a:ea typeface="Noto Sans KR"/>
                <a:cs typeface="Noto Sans KR"/>
              </a:defRPr>
            </a:pPr>
            <a:r>
              <a:rPr sz="2775" b="0" i="0">
                <a:solidFill>
                  <a:srgbClr val="202124"/>
                </a:solidFill>
                <a:latin typeface="Noto Sans KR"/>
                <a:ea typeface="Noto Sans KR"/>
                <a:cs typeface="Noto Sans KR"/>
              </a:rPr>
              <a:t>일별 주가 흐름 보여줘.”</a:t>
            </a:r>
          </a:p>
        </p:txBody>
      </p:sp>
      <p:sp>
        <p:nvSpPr>
          <p:cNvPr id="6" name="paper-29-text-005">
            <a:extLst xmlns:a="http://schemas.openxmlformats.org/drawingml/2006/main">
              <a:ext uri="{FF2B5EF4-FFF2-40B4-BE49-F238E27FC236}">
                <a16:creationId xmlns:a16="http://schemas.microsoft.com/office/drawing/2014/main" id="{B418124C-1A7D-4507-9E95-FCB7BFC87F1B}"/>
              </a:ext>
            </a:extLst>
          </p:cNvPr>
          <p:cNvSpPr>
            <a:spLocks xmlns:a="http://schemas.openxmlformats.org/drawingml/2006/main" noGrp="1"/>
          </p:cNvSpPr>
          <p:nvPr/>
        </p:nvSpPr>
        <p:spPr>
          <a:xfrm xmlns:a="http://schemas.openxmlformats.org/drawingml/2006/main">
            <a:off x="1133475" y="7400115"/>
            <a:ext cx="751789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Arial"/>
                <a:ea typeface="Arial"/>
                <a:cs typeface="Arial"/>
              </a:defRPr>
            </a:pPr>
            <a:r>
              <a:rPr sz="2325" b="0" i="0">
                <a:solidFill>
                  <a:srgbClr val="1A73E8"/>
                </a:solidFill>
                <a:latin typeface="Arial"/>
                <a:ea typeface="Arial"/>
                <a:cs typeface="Arial"/>
              </a:rPr>
              <a:t>bound_arguments</a:t>
            </a:r>
          </a:p>
        </p:txBody>
      </p:sp>
      <p:sp>
        <p:nvSpPr>
          <p:cNvPr id="7" name="paper-29-text-006">
            <a:extLst xmlns:a="http://schemas.openxmlformats.org/drawingml/2006/main">
              <a:ext uri="{FF2B5EF4-FFF2-40B4-BE49-F238E27FC236}">
                <a16:creationId xmlns:a16="http://schemas.microsoft.com/office/drawing/2014/main" id="{AF53B57B-2600-43FE-AAB6-C13680165766}"/>
              </a:ext>
            </a:extLst>
          </p:cNvPr>
          <p:cNvSpPr>
            <a:spLocks xmlns:a="http://schemas.openxmlformats.org/drawingml/2006/main" noGrp="1"/>
          </p:cNvSpPr>
          <p:nvPr/>
        </p:nvSpPr>
        <p:spPr>
          <a:xfrm xmlns:a="http://schemas.openxmlformats.org/drawingml/2006/main">
            <a:off x="1133475" y="7933515"/>
            <a:ext cx="751789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Arial"/>
                <a:ea typeface="Arial"/>
                <a:cs typeface="Arial"/>
              </a:defRPr>
            </a:pPr>
            <a:r>
              <a:rPr sz="2325" b="0" i="0">
                <a:solidFill>
                  <a:srgbClr val="1A73E8"/>
                </a:solidFill>
                <a:latin typeface="Arial"/>
                <a:ea typeface="Arial"/>
                <a:cs typeface="Arial"/>
              </a:rPr>
              <a:t>+ argument_contracts</a:t>
            </a:r>
          </a:p>
        </p:txBody>
      </p:sp>
      <p:sp>
        <p:nvSpPr>
          <p:cNvPr id="8" name="paper-29-text-007">
            <a:extLst xmlns:a="http://schemas.openxmlformats.org/drawingml/2006/main">
              <a:ext uri="{FF2B5EF4-FFF2-40B4-BE49-F238E27FC236}">
                <a16:creationId xmlns:a16="http://schemas.microsoft.com/office/drawing/2014/main" id="{B277E805-9261-46D5-AB71-D3C49376F5E0}"/>
              </a:ext>
            </a:extLst>
          </p:cNvPr>
          <p:cNvSpPr>
            <a:spLocks xmlns:a="http://schemas.openxmlformats.org/drawingml/2006/main" noGrp="1"/>
          </p:cNvSpPr>
          <p:nvPr/>
        </p:nvSpPr>
        <p:spPr>
          <a:xfrm xmlns:a="http://schemas.openxmlformats.org/drawingml/2006/main">
            <a:off x="1133475" y="8467725"/>
            <a:ext cx="7484364"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확보된 값과 후보별 인자 계약을 함께 전달</a:t>
            </a:r>
          </a:p>
        </p:txBody>
      </p:sp>
      <p:sp>
        <p:nvSpPr>
          <p:cNvPr id="9" name="paper-29-text-008">
            <a:extLst xmlns:a="http://schemas.openxmlformats.org/drawingml/2006/main">
              <a:ext uri="{FF2B5EF4-FFF2-40B4-BE49-F238E27FC236}">
                <a16:creationId xmlns:a16="http://schemas.microsoft.com/office/drawing/2014/main" id="{43E1FAE7-DD01-49D1-9322-E2036314693C}"/>
              </a:ext>
            </a:extLst>
          </p:cNvPr>
          <p:cNvSpPr>
            <a:spLocks xmlns:a="http://schemas.openxmlformats.org/drawingml/2006/main" noGrp="1"/>
          </p:cNvSpPr>
          <p:nvPr/>
        </p:nvSpPr>
        <p:spPr>
          <a:xfrm xmlns:a="http://schemas.openxmlformats.org/drawingml/2006/main">
            <a:off x="9020175" y="3705225"/>
            <a:ext cx="480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요청 속 정보</a:t>
            </a:r>
          </a:p>
        </p:txBody>
      </p:sp>
      <p:sp>
        <p:nvSpPr>
          <p:cNvPr id="10" name="paper-29-text-009">
            <a:extLst xmlns:a="http://schemas.openxmlformats.org/drawingml/2006/main">
              <a:ext uri="{FF2B5EF4-FFF2-40B4-BE49-F238E27FC236}">
                <a16:creationId xmlns:a16="http://schemas.microsoft.com/office/drawing/2014/main" id="{C16D281A-A578-4534-AE8C-4D78133CDA43}"/>
              </a:ext>
            </a:extLst>
          </p:cNvPr>
          <p:cNvSpPr>
            <a:spLocks xmlns:a="http://schemas.openxmlformats.org/drawingml/2006/main" noGrp="1"/>
          </p:cNvSpPr>
          <p:nvPr/>
        </p:nvSpPr>
        <p:spPr>
          <a:xfrm xmlns:a="http://schemas.openxmlformats.org/drawingml/2006/main">
            <a:off x="13592175" y="3705225"/>
            <a:ext cx="356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arguments · 의미 예시</a:t>
            </a:r>
          </a:p>
        </p:txBody>
      </p:sp>
      <p:sp>
        <p:nvSpPr>
          <p:cNvPr id="11" name="paper-29-text-010">
            <a:extLst xmlns:a="http://schemas.openxmlformats.org/drawingml/2006/main">
              <a:ext uri="{FF2B5EF4-FFF2-40B4-BE49-F238E27FC236}">
                <a16:creationId xmlns:a16="http://schemas.microsoft.com/office/drawing/2014/main" id="{2E2B09B5-BE6D-44E6-AD49-60C09BA33D0F}"/>
              </a:ext>
            </a:extLst>
          </p:cNvPr>
          <p:cNvSpPr>
            <a:spLocks xmlns:a="http://schemas.openxmlformats.org/drawingml/2006/main" noGrp="1"/>
          </p:cNvSpPr>
          <p:nvPr/>
        </p:nvSpPr>
        <p:spPr>
          <a:xfrm xmlns:a="http://schemas.openxmlformats.org/drawingml/2006/main">
            <a:off x="9020175" y="4407265"/>
            <a:ext cx="2900934" cy="54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i="0">
                <a:solidFill>
                  <a:srgbClr val="1A73E8"/>
                </a:solidFill>
                <a:latin typeface="Noto Sans KR"/>
                <a:ea typeface="Noto Sans KR"/>
                <a:cs typeface="Noto Sans KR"/>
              </a:defRPr>
            </a:pPr>
            <a:r>
              <a:rPr sz="2775" b="0" i="0">
                <a:solidFill>
                  <a:srgbClr val="1A73E8"/>
                </a:solidFill>
                <a:latin typeface="Noto Sans KR"/>
                <a:ea typeface="Noto Sans KR"/>
                <a:cs typeface="Noto Sans KR"/>
              </a:rPr>
              <a:t>삼성전자</a:t>
            </a:r>
          </a:p>
        </p:txBody>
      </p:sp>
      <p:sp>
        <p:nvSpPr>
          <p:cNvPr id="12" name="paper-29-text-011">
            <a:extLst xmlns:a="http://schemas.openxmlformats.org/drawingml/2006/main">
              <a:ext uri="{FF2B5EF4-FFF2-40B4-BE49-F238E27FC236}">
                <a16:creationId xmlns:a16="http://schemas.microsoft.com/office/drawing/2014/main" id="{BD340D9C-5F78-414C-8020-A8AC76F73024}"/>
              </a:ext>
            </a:extLst>
          </p:cNvPr>
          <p:cNvSpPr>
            <a:spLocks xmlns:a="http://schemas.openxmlformats.org/drawingml/2006/main" noGrp="1"/>
          </p:cNvSpPr>
          <p:nvPr/>
        </p:nvSpPr>
        <p:spPr>
          <a:xfrm xmlns:a="http://schemas.openxmlformats.org/drawingml/2006/main">
            <a:off x="13592175" y="4417457"/>
            <a:ext cx="3646170" cy="5229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i="0">
                <a:solidFill>
                  <a:srgbClr val="202124"/>
                </a:solidFill>
                <a:latin typeface="Noto Sans KR"/>
                <a:ea typeface="Noto Sans KR"/>
                <a:cs typeface="Noto Sans KR"/>
              </a:defRPr>
            </a:pPr>
            <a:r>
              <a:rPr sz="2625" b="0" i="0">
                <a:solidFill>
                  <a:srgbClr val="202124"/>
                </a:solidFill>
                <a:latin typeface="Noto Sans KR"/>
                <a:ea typeface="Noto Sans KR"/>
                <a:cs typeface="Noto Sans KR"/>
              </a:rPr>
              <a:t>종목</a:t>
            </a:r>
          </a:p>
        </p:txBody>
      </p:sp>
      <p:sp>
        <p:nvSpPr>
          <p:cNvPr id="13" name="paper-29-text-012">
            <a:extLst xmlns:a="http://schemas.openxmlformats.org/drawingml/2006/main">
              <a:ext uri="{FF2B5EF4-FFF2-40B4-BE49-F238E27FC236}">
                <a16:creationId xmlns:a16="http://schemas.microsoft.com/office/drawing/2014/main" id="{C6619FC1-2EED-49B3-9A66-0194DBBBB326}"/>
              </a:ext>
            </a:extLst>
          </p:cNvPr>
          <p:cNvSpPr>
            <a:spLocks xmlns:a="http://schemas.openxmlformats.org/drawingml/2006/main" noGrp="1"/>
          </p:cNvSpPr>
          <p:nvPr/>
        </p:nvSpPr>
        <p:spPr>
          <a:xfrm xmlns:a="http://schemas.openxmlformats.org/drawingml/2006/main">
            <a:off x="9020175" y="5550265"/>
            <a:ext cx="2900934" cy="54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i="0">
                <a:solidFill>
                  <a:srgbClr val="1A73E8"/>
                </a:solidFill>
                <a:latin typeface="Noto Sans KR"/>
                <a:ea typeface="Noto Sans KR"/>
                <a:cs typeface="Noto Sans KR"/>
              </a:defRPr>
            </a:pPr>
            <a:r>
              <a:rPr sz="2775" b="0" i="0">
                <a:solidFill>
                  <a:srgbClr val="1A73E8"/>
                </a:solidFill>
                <a:latin typeface="Noto Sans KR"/>
                <a:ea typeface="Noto Sans KR"/>
                <a:cs typeface="Noto Sans KR"/>
              </a:rPr>
              <a:t>최근 한 달</a:t>
            </a:r>
          </a:p>
        </p:txBody>
      </p:sp>
      <p:sp>
        <p:nvSpPr>
          <p:cNvPr id="14" name="paper-29-text-013">
            <a:extLst xmlns:a="http://schemas.openxmlformats.org/drawingml/2006/main">
              <a:ext uri="{FF2B5EF4-FFF2-40B4-BE49-F238E27FC236}">
                <a16:creationId xmlns:a16="http://schemas.microsoft.com/office/drawing/2014/main" id="{61731488-59EA-438D-A755-792C3BC29FFB}"/>
              </a:ext>
            </a:extLst>
          </p:cNvPr>
          <p:cNvSpPr>
            <a:spLocks xmlns:a="http://schemas.openxmlformats.org/drawingml/2006/main" noGrp="1"/>
          </p:cNvSpPr>
          <p:nvPr/>
        </p:nvSpPr>
        <p:spPr>
          <a:xfrm xmlns:a="http://schemas.openxmlformats.org/drawingml/2006/main">
            <a:off x="13592175" y="5560457"/>
            <a:ext cx="3646170" cy="5229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i="0">
                <a:solidFill>
                  <a:srgbClr val="202124"/>
                </a:solidFill>
                <a:latin typeface="Noto Sans KR"/>
                <a:ea typeface="Noto Sans KR"/>
                <a:cs typeface="Noto Sans KR"/>
              </a:defRPr>
            </a:pPr>
            <a:r>
              <a:rPr sz="2625" b="0" i="0">
                <a:solidFill>
                  <a:srgbClr val="202124"/>
                </a:solidFill>
                <a:latin typeface="Noto Sans KR"/>
                <a:ea typeface="Noto Sans KR"/>
                <a:cs typeface="Noto Sans KR"/>
              </a:rPr>
              <a:t>조회 기간</a:t>
            </a:r>
          </a:p>
        </p:txBody>
      </p:sp>
      <p:sp>
        <p:nvSpPr>
          <p:cNvPr id="15" name="paper-29-text-014">
            <a:extLst xmlns:a="http://schemas.openxmlformats.org/drawingml/2006/main">
              <a:ext uri="{FF2B5EF4-FFF2-40B4-BE49-F238E27FC236}">
                <a16:creationId xmlns:a16="http://schemas.microsoft.com/office/drawing/2014/main" id="{B0F99801-746F-44D9-ABBA-ED7737DBBC77}"/>
              </a:ext>
            </a:extLst>
          </p:cNvPr>
          <p:cNvSpPr>
            <a:spLocks xmlns:a="http://schemas.openxmlformats.org/drawingml/2006/main" noGrp="1"/>
          </p:cNvSpPr>
          <p:nvPr/>
        </p:nvSpPr>
        <p:spPr>
          <a:xfrm xmlns:a="http://schemas.openxmlformats.org/drawingml/2006/main">
            <a:off x="9020175" y="6693265"/>
            <a:ext cx="2900934" cy="54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0" i="0">
                <a:solidFill>
                  <a:srgbClr val="1A73E8"/>
                </a:solidFill>
                <a:latin typeface="Noto Sans KR"/>
                <a:ea typeface="Noto Sans KR"/>
                <a:cs typeface="Noto Sans KR"/>
              </a:defRPr>
            </a:pPr>
            <a:r>
              <a:rPr sz="2775" b="0" i="0">
                <a:solidFill>
                  <a:srgbClr val="1A73E8"/>
                </a:solidFill>
                <a:latin typeface="Noto Sans KR"/>
                <a:ea typeface="Noto Sans KR"/>
                <a:cs typeface="Noto Sans KR"/>
              </a:rPr>
              <a:t>일별</a:t>
            </a:r>
          </a:p>
        </p:txBody>
      </p:sp>
      <p:sp>
        <p:nvSpPr>
          <p:cNvPr id="16" name="paper-29-text-015">
            <a:extLst xmlns:a="http://schemas.openxmlformats.org/drawingml/2006/main">
              <a:ext uri="{FF2B5EF4-FFF2-40B4-BE49-F238E27FC236}">
                <a16:creationId xmlns:a16="http://schemas.microsoft.com/office/drawing/2014/main" id="{B2D082E8-E198-4D72-A42D-718A8FD6F31D}"/>
              </a:ext>
            </a:extLst>
          </p:cNvPr>
          <p:cNvSpPr>
            <a:spLocks xmlns:a="http://schemas.openxmlformats.org/drawingml/2006/main" noGrp="1"/>
          </p:cNvSpPr>
          <p:nvPr/>
        </p:nvSpPr>
        <p:spPr>
          <a:xfrm xmlns:a="http://schemas.openxmlformats.org/drawingml/2006/main">
            <a:off x="13592175" y="6703457"/>
            <a:ext cx="3646170" cy="5229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i="0">
                <a:solidFill>
                  <a:srgbClr val="202124"/>
                </a:solidFill>
                <a:latin typeface="Noto Sans KR"/>
                <a:ea typeface="Noto Sans KR"/>
                <a:cs typeface="Noto Sans KR"/>
              </a:defRPr>
            </a:pPr>
            <a:r>
              <a:rPr sz="2625" b="0" i="0">
                <a:solidFill>
                  <a:srgbClr val="202124"/>
                </a:solidFill>
                <a:latin typeface="Noto Sans KR"/>
                <a:ea typeface="Noto Sans KR"/>
                <a:cs typeface="Noto Sans KR"/>
              </a:rPr>
              <a:t>조회 주기</a:t>
            </a:r>
          </a:p>
        </p:txBody>
      </p:sp>
      <p:sp>
        <p:nvSpPr>
          <p:cNvPr id="17" name="paper-29-text-016">
            <a:extLst xmlns:a="http://schemas.openxmlformats.org/drawingml/2006/main">
              <a:ext uri="{FF2B5EF4-FFF2-40B4-BE49-F238E27FC236}">
                <a16:creationId xmlns:a16="http://schemas.microsoft.com/office/drawing/2014/main" id="{D73DE141-ED04-423A-B1D0-C7CECE7C44E8}"/>
              </a:ext>
            </a:extLst>
          </p:cNvPr>
          <p:cNvSpPr>
            <a:spLocks xmlns:a="http://schemas.openxmlformats.org/drawingml/2006/main" noGrp="1"/>
          </p:cNvSpPr>
          <p:nvPr/>
        </p:nvSpPr>
        <p:spPr>
          <a:xfrm xmlns:a="http://schemas.openxmlformats.org/drawingml/2006/main">
            <a:off x="9020175" y="8009715"/>
            <a:ext cx="82036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Arial"/>
                <a:ea typeface="Arial"/>
                <a:cs typeface="Arial"/>
              </a:defRPr>
            </a:pPr>
            <a:r>
              <a:rPr sz="2325" b="0" i="0">
                <a:solidFill>
                  <a:srgbClr val="1A73E8"/>
                </a:solidFill>
                <a:latin typeface="Arial"/>
                <a:ea typeface="Arial"/>
                <a:cs typeface="Arial"/>
              </a:rPr>
              <a:t>operation_ref + arguments → JSON</a:t>
            </a:r>
          </a:p>
        </p:txBody>
      </p:sp>
      <p:sp>
        <p:nvSpPr>
          <p:cNvPr id="18" name="paper-29-text-017">
            <a:extLst xmlns:a="http://schemas.openxmlformats.org/drawingml/2006/main">
              <a:ext uri="{FF2B5EF4-FFF2-40B4-BE49-F238E27FC236}">
                <a16:creationId xmlns:a16="http://schemas.microsoft.com/office/drawing/2014/main" id="{D0A06748-5E39-4E63-845F-C9172590B83E}"/>
              </a:ext>
            </a:extLst>
          </p:cNvPr>
          <p:cNvSpPr>
            <a:spLocks xmlns:a="http://schemas.openxmlformats.org/drawingml/2006/main" noGrp="1"/>
          </p:cNvSpPr>
          <p:nvPr/>
        </p:nvSpPr>
        <p:spPr>
          <a:xfrm xmlns:a="http://schemas.openxmlformats.org/drawingml/2006/main">
            <a:off x="9020175" y="8658225"/>
            <a:ext cx="815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함수와 인자를 하나의 구조화 제안으로 생성</a:t>
            </a:r>
          </a:p>
        </p:txBody>
      </p:sp>
    </p:spTree>
    <p:extLst>
      <p:ext uri="{BB962C8B-B14F-4D97-AF65-F5344CB8AC3E}">
        <p14:creationId xmlns:p14="http://schemas.microsoft.com/office/powerpoint/2010/main" val="12161318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3aa441728ae48e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0-text-001">
            <a:extLst xmlns:a="http://schemas.openxmlformats.org/drawingml/2006/main">
              <a:ext uri="{FF2B5EF4-FFF2-40B4-BE49-F238E27FC236}">
                <a16:creationId xmlns:a16="http://schemas.microsoft.com/office/drawing/2014/main" id="{131E869C-BB91-4E71-A9B2-1C55504F85A8}"/>
              </a:ext>
            </a:extLst>
          </p:cNvPr>
          <p:cNvSpPr>
            <a:spLocks xmlns:a="http://schemas.openxmlformats.org/drawingml/2006/main" noGrp="1"/>
          </p:cNvSpPr>
          <p:nvPr/>
        </p:nvSpPr>
        <p:spPr>
          <a:xfrm xmlns:a="http://schemas.openxmlformats.org/drawingml/2006/main">
            <a:off x="1133475" y="1239679"/>
            <a:ext cx="7513320" cy="24326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0" b="0" i="0">
                <a:solidFill>
                  <a:srgbClr val="202124"/>
                </a:solidFill>
                <a:latin typeface="Arial"/>
                <a:ea typeface="Arial"/>
                <a:cs typeface="Arial"/>
              </a:defRPr>
            </a:pPr>
            <a:r>
              <a:rPr sz="8250" b="0" i="0">
                <a:solidFill>
                  <a:srgbClr val="202124"/>
                </a:solidFill>
                <a:latin typeface="Arial"/>
                <a:ea typeface="Arial"/>
                <a:cs typeface="Arial"/>
              </a:rPr>
              <a:t>Schema</a:t>
            </a:r>
          </a:p>
          <a:p xmlns:a="http://schemas.openxmlformats.org/drawingml/2006/main">
            <a:pPr algn="l">
              <a:defRPr sz="8250" b="0" i="0">
                <a:solidFill>
                  <a:srgbClr val="202124"/>
                </a:solidFill>
                <a:latin typeface="Arial"/>
                <a:ea typeface="Arial"/>
                <a:cs typeface="Arial"/>
              </a:defRPr>
            </a:pPr>
            <a:r>
              <a:rPr sz="8250" b="0" i="0">
                <a:solidFill>
                  <a:srgbClr val="202124"/>
                </a:solidFill>
                <a:latin typeface="Arial"/>
                <a:ea typeface="Arial"/>
                <a:cs typeface="Arial"/>
              </a:rPr>
              <a:t>Validation</a:t>
            </a:r>
          </a:p>
        </p:txBody>
      </p:sp>
      <p:sp>
        <p:nvSpPr>
          <p:cNvPr id="3" name="paper-30-text-002">
            <a:extLst xmlns:a="http://schemas.openxmlformats.org/drawingml/2006/main">
              <a:ext uri="{FF2B5EF4-FFF2-40B4-BE49-F238E27FC236}">
                <a16:creationId xmlns:a16="http://schemas.microsoft.com/office/drawing/2014/main" id="{93311811-D7C5-4B6D-9CA2-806EDF398572}"/>
              </a:ext>
            </a:extLst>
          </p:cNvPr>
          <p:cNvSpPr>
            <a:spLocks xmlns:a="http://schemas.openxmlformats.org/drawingml/2006/main" noGrp="1"/>
          </p:cNvSpPr>
          <p:nvPr/>
        </p:nvSpPr>
        <p:spPr>
          <a:xfrm xmlns:a="http://schemas.openxmlformats.org/drawingml/2006/main">
            <a:off x="1133475" y="3888581"/>
            <a:ext cx="70104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AI의 제안을</a:t>
            </a:r>
          </a:p>
          <a:p xmlns:a="http://schemas.openxmlformats.org/drawingml/2006/main">
            <a:pPr algn="l">
              <a:defRPr sz="3750" b="0" i="0">
                <a:solidFill>
                  <a:srgbClr val="202124"/>
                </a:solidFill>
                <a:latin typeface="Noto Sans KR"/>
                <a:ea typeface="Noto Sans KR"/>
                <a:cs typeface="Noto Sans KR"/>
              </a:defRPr>
            </a:pPr>
            <a:r>
              <a:rPr sz="3750" b="0" i="0">
                <a:solidFill>
                  <a:srgbClr val="202124"/>
                </a:solidFill>
                <a:latin typeface="Noto Sans KR"/>
                <a:ea typeface="Noto Sans KR"/>
                <a:cs typeface="Noto Sans KR"/>
              </a:rPr>
              <a:t>실행 전에 검증합니다</a:t>
            </a:r>
          </a:p>
        </p:txBody>
      </p:sp>
      <p:sp>
        <p:nvSpPr>
          <p:cNvPr id="4" name="paper-30-text-003">
            <a:extLst xmlns:a="http://schemas.openxmlformats.org/drawingml/2006/main">
              <a:ext uri="{FF2B5EF4-FFF2-40B4-BE49-F238E27FC236}">
                <a16:creationId xmlns:a16="http://schemas.microsoft.com/office/drawing/2014/main" id="{CA3130FC-F0C3-4AAC-8F0C-EE4CE5E52F1D}"/>
              </a:ext>
            </a:extLst>
          </p:cNvPr>
          <p:cNvSpPr>
            <a:spLocks xmlns:a="http://schemas.openxmlformats.org/drawingml/2006/main" noGrp="1"/>
          </p:cNvSpPr>
          <p:nvPr/>
        </p:nvSpPr>
        <p:spPr>
          <a:xfrm xmlns:a="http://schemas.openxmlformats.org/drawingml/2006/main">
            <a:off x="1133475" y="7323915"/>
            <a:ext cx="75178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1A73E8"/>
                </a:solidFill>
                <a:latin typeface="Noto Sans KR"/>
                <a:ea typeface="Noto Sans KR"/>
                <a:cs typeface="Noto Sans KR"/>
              </a:defRPr>
            </a:pPr>
            <a:r>
              <a:rPr sz="2325" b="0" i="0">
                <a:solidFill>
                  <a:srgbClr val="1A73E8"/>
                </a:solidFill>
                <a:latin typeface="Noto Sans KR"/>
                <a:ea typeface="Noto Sans KR"/>
                <a:cs typeface="Noto Sans KR"/>
              </a:rPr>
              <a:t>App → Backend 이중 검증</a:t>
            </a:r>
          </a:p>
        </p:txBody>
      </p:sp>
      <p:sp>
        <p:nvSpPr>
          <p:cNvPr id="5" name="paper-30-text-004">
            <a:extLst xmlns:a="http://schemas.openxmlformats.org/drawingml/2006/main">
              <a:ext uri="{FF2B5EF4-FFF2-40B4-BE49-F238E27FC236}">
                <a16:creationId xmlns:a16="http://schemas.microsoft.com/office/drawing/2014/main" id="{5DD71D7B-DAFE-4BFB-91CC-503048C8E85C}"/>
              </a:ext>
            </a:extLst>
          </p:cNvPr>
          <p:cNvSpPr>
            <a:spLocks xmlns:a="http://schemas.openxmlformats.org/drawingml/2006/main" noGrp="1"/>
          </p:cNvSpPr>
          <p:nvPr/>
        </p:nvSpPr>
        <p:spPr>
          <a:xfrm xmlns:a="http://schemas.openxmlformats.org/drawingml/2006/main">
            <a:off x="1133475" y="7915275"/>
            <a:ext cx="7492746"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i="0">
                <a:solidFill>
                  <a:srgbClr val="5F6368"/>
                </a:solidFill>
                <a:latin typeface="Arial"/>
                <a:ea typeface="Arial"/>
                <a:cs typeface="Arial"/>
              </a:defRPr>
            </a:pPr>
            <a:r>
              <a:rPr sz="2100" b="0" i="0">
                <a:solidFill>
                  <a:srgbClr val="5F6368"/>
                </a:solidFill>
                <a:latin typeface="Arial"/>
                <a:ea typeface="Arial"/>
                <a:cs typeface="Arial"/>
              </a:rPr>
              <a:t>validateProposal → Pydantic</a:t>
            </a:r>
          </a:p>
        </p:txBody>
      </p:sp>
      <p:sp>
        <p:nvSpPr>
          <p:cNvPr id="6" name="paper-30-text-005">
            <a:extLst xmlns:a="http://schemas.openxmlformats.org/drawingml/2006/main">
              <a:ext uri="{FF2B5EF4-FFF2-40B4-BE49-F238E27FC236}">
                <a16:creationId xmlns:a16="http://schemas.microsoft.com/office/drawing/2014/main" id="{A8C53936-9964-421F-AD47-4B574178ADC8}"/>
              </a:ext>
            </a:extLst>
          </p:cNvPr>
          <p:cNvSpPr>
            <a:spLocks xmlns:a="http://schemas.openxmlformats.org/drawingml/2006/main" noGrp="1"/>
          </p:cNvSpPr>
          <p:nvPr/>
        </p:nvSpPr>
        <p:spPr>
          <a:xfrm xmlns:a="http://schemas.openxmlformats.org/drawingml/2006/main">
            <a:off x="1133475" y="8486775"/>
            <a:ext cx="7484364"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실패한 제안은 실행 경로에서 차단</a:t>
            </a:r>
          </a:p>
        </p:txBody>
      </p:sp>
      <p:sp>
        <p:nvSpPr>
          <p:cNvPr id="7" name="paper-30-text-006">
            <a:extLst xmlns:a="http://schemas.openxmlformats.org/drawingml/2006/main">
              <a:ext uri="{FF2B5EF4-FFF2-40B4-BE49-F238E27FC236}">
                <a16:creationId xmlns:a16="http://schemas.microsoft.com/office/drawing/2014/main" id="{52084B11-5051-4A33-A072-F456ADBA541B}"/>
              </a:ext>
            </a:extLst>
          </p:cNvPr>
          <p:cNvSpPr>
            <a:spLocks xmlns:a="http://schemas.openxmlformats.org/drawingml/2006/main" noGrp="1"/>
          </p:cNvSpPr>
          <p:nvPr/>
        </p:nvSpPr>
        <p:spPr>
          <a:xfrm xmlns:a="http://schemas.openxmlformats.org/drawingml/2006/main">
            <a:off x="9020175" y="15049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Structured proposal · 주요 필드</a:t>
            </a:r>
          </a:p>
        </p:txBody>
      </p:sp>
      <p:sp>
        <p:nvSpPr>
          <p:cNvPr id="8" name="paper-30-text-007">
            <a:extLst xmlns:a="http://schemas.openxmlformats.org/drawingml/2006/main">
              <a:ext uri="{FF2B5EF4-FFF2-40B4-BE49-F238E27FC236}">
                <a16:creationId xmlns:a16="http://schemas.microsoft.com/office/drawing/2014/main" id="{C571A6D7-5F48-4C19-A05C-FF21C71B4E33}"/>
              </a:ext>
            </a:extLst>
          </p:cNvPr>
          <p:cNvSpPr>
            <a:spLocks xmlns:a="http://schemas.openxmlformats.org/drawingml/2006/main" noGrp="1"/>
          </p:cNvSpPr>
          <p:nvPr/>
        </p:nvSpPr>
        <p:spPr>
          <a:xfrm xmlns:a="http://schemas.openxmlformats.org/drawingml/2006/main">
            <a:off x="9020175" y="2016824"/>
            <a:ext cx="8226552" cy="1133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0" i="0">
                <a:solidFill>
                  <a:srgbClr val="202124"/>
                </a:solidFill>
                <a:latin typeface="Arial"/>
                <a:ea typeface="Arial"/>
                <a:cs typeface="Arial"/>
              </a:defRPr>
            </a:pPr>
            <a:r>
              <a:rPr sz="2700" b="0" i="0">
                <a:solidFill>
                  <a:srgbClr val="202124"/>
                </a:solidFill>
                <a:latin typeface="Arial"/>
                <a:ea typeface="Arial"/>
                <a:cs typeface="Arial"/>
              </a:rPr>
              <a:t>operation_ref + arguments</a:t>
            </a:r>
          </a:p>
          <a:p xmlns:a="http://schemas.openxmlformats.org/drawingml/2006/main">
            <a:pPr algn="l">
              <a:defRPr sz="2700" b="0" i="0">
                <a:solidFill>
                  <a:srgbClr val="202124"/>
                </a:solidFill>
                <a:latin typeface="Arial"/>
                <a:ea typeface="Arial"/>
                <a:cs typeface="Arial"/>
              </a:defRPr>
            </a:pPr>
            <a:r>
              <a:rPr sz="2700" b="0" i="0">
                <a:solidFill>
                  <a:srgbClr val="202124"/>
                </a:solidFill>
                <a:latin typeface="Arial"/>
                <a:ea typeface="Arial"/>
                <a:cs typeface="Arial"/>
              </a:rPr>
              <a:t>선택한 함수와 실행 인자</a:t>
            </a:r>
          </a:p>
        </p:txBody>
      </p:sp>
      <p:sp>
        <p:nvSpPr>
          <p:cNvPr id="9" name="paper-30-text-008">
            <a:extLst xmlns:a="http://schemas.openxmlformats.org/drawingml/2006/main">
              <a:ext uri="{FF2B5EF4-FFF2-40B4-BE49-F238E27FC236}">
                <a16:creationId xmlns:a16="http://schemas.microsoft.com/office/drawing/2014/main" id="{099788ED-A23C-4208-BF47-08639225FB61}"/>
              </a:ext>
            </a:extLst>
          </p:cNvPr>
          <p:cNvSpPr>
            <a:spLocks xmlns:a="http://schemas.openxmlformats.org/drawingml/2006/main" noGrp="1"/>
          </p:cNvSpPr>
          <p:nvPr/>
        </p:nvSpPr>
        <p:spPr>
          <a:xfrm xmlns:a="http://schemas.openxmlformats.org/drawingml/2006/main">
            <a:off x="9591675" y="3890153"/>
            <a:ext cx="27553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Arial"/>
                <a:ea typeface="Arial"/>
                <a:cs typeface="Arial"/>
              </a:defRPr>
            </a:pPr>
            <a:r>
              <a:rPr sz="2325" b="0" i="0">
                <a:solidFill>
                  <a:srgbClr val="202124"/>
                </a:solidFill>
                <a:latin typeface="Arial"/>
                <a:ea typeface="Arial"/>
                <a:cs typeface="Arial"/>
              </a:rPr>
              <a:t>Allowlist</a:t>
            </a:r>
          </a:p>
        </p:txBody>
      </p:sp>
      <p:sp>
        <p:nvSpPr>
          <p:cNvPr id="10" name="paper-30-text-009">
            <a:extLst xmlns:a="http://schemas.openxmlformats.org/drawingml/2006/main">
              <a:ext uri="{FF2B5EF4-FFF2-40B4-BE49-F238E27FC236}">
                <a16:creationId xmlns:a16="http://schemas.microsoft.com/office/drawing/2014/main" id="{53AF1703-84C7-4F98-B5FA-EFD7D4BCE863}"/>
              </a:ext>
            </a:extLst>
          </p:cNvPr>
          <p:cNvSpPr>
            <a:spLocks xmlns:a="http://schemas.openxmlformats.org/drawingml/2006/main" noGrp="1"/>
          </p:cNvSpPr>
          <p:nvPr/>
        </p:nvSpPr>
        <p:spPr>
          <a:xfrm xmlns:a="http://schemas.openxmlformats.org/drawingml/2006/main">
            <a:off x="12068175" y="3900345"/>
            <a:ext cx="511987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Arial"/>
                <a:ea typeface="Arial"/>
                <a:cs typeface="Arial"/>
              </a:defRPr>
            </a:pPr>
            <a:r>
              <a:rPr sz="2175" b="0" i="0">
                <a:solidFill>
                  <a:srgbClr val="5F6368"/>
                </a:solidFill>
                <a:latin typeface="Arial"/>
                <a:ea typeface="Arial"/>
                <a:cs typeface="Arial"/>
              </a:rPr>
              <a:t>operation_ref ∈ candidates</a:t>
            </a:r>
          </a:p>
        </p:txBody>
      </p:sp>
      <p:sp>
        <p:nvSpPr>
          <p:cNvPr id="11" name="paper-30-text-010">
            <a:extLst xmlns:a="http://schemas.openxmlformats.org/drawingml/2006/main">
              <a:ext uri="{FF2B5EF4-FFF2-40B4-BE49-F238E27FC236}">
                <a16:creationId xmlns:a16="http://schemas.microsoft.com/office/drawing/2014/main" id="{19989307-640A-4183-9439-5BA1DCCCAE18}"/>
              </a:ext>
            </a:extLst>
          </p:cNvPr>
          <p:cNvSpPr>
            <a:spLocks xmlns:a="http://schemas.openxmlformats.org/drawingml/2006/main" noGrp="1"/>
          </p:cNvSpPr>
          <p:nvPr/>
        </p:nvSpPr>
        <p:spPr>
          <a:xfrm xmlns:a="http://schemas.openxmlformats.org/drawingml/2006/main">
            <a:off x="9591675" y="4785503"/>
            <a:ext cx="27553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Arial"/>
                <a:ea typeface="Arial"/>
                <a:cs typeface="Arial"/>
              </a:defRPr>
            </a:pPr>
            <a:r>
              <a:rPr sz="2325" b="0" i="0">
                <a:solidFill>
                  <a:srgbClr val="202124"/>
                </a:solidFill>
                <a:latin typeface="Arial"/>
                <a:ea typeface="Arial"/>
                <a:cs typeface="Arial"/>
              </a:rPr>
              <a:t>Required</a:t>
            </a:r>
          </a:p>
        </p:txBody>
      </p:sp>
      <p:sp>
        <p:nvSpPr>
          <p:cNvPr id="12" name="paper-30-text-011">
            <a:extLst xmlns:a="http://schemas.openxmlformats.org/drawingml/2006/main">
              <a:ext uri="{FF2B5EF4-FFF2-40B4-BE49-F238E27FC236}">
                <a16:creationId xmlns:a16="http://schemas.microsoft.com/office/drawing/2014/main" id="{2C91D62C-3E8D-400E-B3E6-AC7CC1DDC776}"/>
              </a:ext>
            </a:extLst>
          </p:cNvPr>
          <p:cNvSpPr>
            <a:spLocks xmlns:a="http://schemas.openxmlformats.org/drawingml/2006/main" noGrp="1"/>
          </p:cNvSpPr>
          <p:nvPr/>
        </p:nvSpPr>
        <p:spPr>
          <a:xfrm xmlns:a="http://schemas.openxmlformats.org/drawingml/2006/main">
            <a:off x="12068175" y="4795838"/>
            <a:ext cx="5111496"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i="0">
                <a:solidFill>
                  <a:srgbClr val="5F6368"/>
                </a:solidFill>
                <a:latin typeface="Noto Sans KR"/>
                <a:ea typeface="Noto Sans KR"/>
                <a:cs typeface="Noto Sans KR"/>
              </a:defRPr>
            </a:pPr>
            <a:r>
              <a:rPr sz="2100" b="0" i="0">
                <a:solidFill>
                  <a:srgbClr val="5F6368"/>
                </a:solidFill>
                <a:latin typeface="Noto Sans KR"/>
                <a:ea typeface="Noto Sans KR"/>
                <a:cs typeface="Noto Sans KR"/>
              </a:rPr>
              <a:t>required_arguments 누락 검사</a:t>
            </a:r>
          </a:p>
        </p:txBody>
      </p:sp>
      <p:sp>
        <p:nvSpPr>
          <p:cNvPr id="13" name="paper-30-text-012">
            <a:extLst xmlns:a="http://schemas.openxmlformats.org/drawingml/2006/main">
              <a:ext uri="{FF2B5EF4-FFF2-40B4-BE49-F238E27FC236}">
                <a16:creationId xmlns:a16="http://schemas.microsoft.com/office/drawing/2014/main" id="{7F780E09-A636-4A0C-86C5-0EF91E9F8A19}"/>
              </a:ext>
            </a:extLst>
          </p:cNvPr>
          <p:cNvSpPr>
            <a:spLocks xmlns:a="http://schemas.openxmlformats.org/drawingml/2006/main" noGrp="1"/>
          </p:cNvSpPr>
          <p:nvPr/>
        </p:nvSpPr>
        <p:spPr>
          <a:xfrm xmlns:a="http://schemas.openxmlformats.org/drawingml/2006/main">
            <a:off x="9591675" y="5680853"/>
            <a:ext cx="27553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Arial"/>
                <a:ea typeface="Arial"/>
                <a:cs typeface="Arial"/>
              </a:defRPr>
            </a:pPr>
            <a:r>
              <a:rPr sz="2325" b="0" i="0">
                <a:solidFill>
                  <a:srgbClr val="202124"/>
                </a:solidFill>
                <a:latin typeface="Arial"/>
                <a:ea typeface="Arial"/>
                <a:cs typeface="Arial"/>
              </a:rPr>
              <a:t>Type</a:t>
            </a:r>
          </a:p>
        </p:txBody>
      </p:sp>
      <p:sp>
        <p:nvSpPr>
          <p:cNvPr id="14" name="paper-30-text-013">
            <a:extLst xmlns:a="http://schemas.openxmlformats.org/drawingml/2006/main">
              <a:ext uri="{FF2B5EF4-FFF2-40B4-BE49-F238E27FC236}">
                <a16:creationId xmlns:a16="http://schemas.microsoft.com/office/drawing/2014/main" id="{38E208B2-34C6-4F08-B9C0-6BF0C2BFA82B}"/>
              </a:ext>
            </a:extLst>
          </p:cNvPr>
          <p:cNvSpPr>
            <a:spLocks xmlns:a="http://schemas.openxmlformats.org/drawingml/2006/main" noGrp="1"/>
          </p:cNvSpPr>
          <p:nvPr/>
        </p:nvSpPr>
        <p:spPr>
          <a:xfrm xmlns:a="http://schemas.openxmlformats.org/drawingml/2006/main">
            <a:off x="12068175" y="5691045"/>
            <a:ext cx="511987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Arial"/>
                <a:ea typeface="Arial"/>
                <a:cs typeface="Arial"/>
              </a:defRPr>
            </a:pPr>
            <a:r>
              <a:rPr sz="2175" b="0" i="0">
                <a:solidFill>
                  <a:srgbClr val="5F6368"/>
                </a:solidFill>
                <a:latin typeface="Arial"/>
                <a:ea typeface="Arial"/>
                <a:cs typeface="Arial"/>
              </a:rPr>
              <a:t>string · number · boolean</a:t>
            </a:r>
          </a:p>
        </p:txBody>
      </p:sp>
      <p:sp>
        <p:nvSpPr>
          <p:cNvPr id="15" name="paper-30-text-014">
            <a:extLst xmlns:a="http://schemas.openxmlformats.org/drawingml/2006/main">
              <a:ext uri="{FF2B5EF4-FFF2-40B4-BE49-F238E27FC236}">
                <a16:creationId xmlns:a16="http://schemas.microsoft.com/office/drawing/2014/main" id="{8139E47A-3152-49B6-9A3C-FEA21E892E8A}"/>
              </a:ext>
            </a:extLst>
          </p:cNvPr>
          <p:cNvSpPr>
            <a:spLocks xmlns:a="http://schemas.openxmlformats.org/drawingml/2006/main" noGrp="1"/>
          </p:cNvSpPr>
          <p:nvPr/>
        </p:nvSpPr>
        <p:spPr>
          <a:xfrm xmlns:a="http://schemas.openxmlformats.org/drawingml/2006/main">
            <a:off x="9591675" y="6576203"/>
            <a:ext cx="2755392" cy="4794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Arial"/>
                <a:ea typeface="Arial"/>
                <a:cs typeface="Arial"/>
              </a:defRPr>
            </a:pPr>
            <a:r>
              <a:rPr sz="2325" b="0" i="0">
                <a:solidFill>
                  <a:srgbClr val="202124"/>
                </a:solidFill>
                <a:latin typeface="Arial"/>
                <a:ea typeface="Arial"/>
                <a:cs typeface="Arial"/>
              </a:rPr>
              <a:t>Enum / Pattern</a:t>
            </a:r>
          </a:p>
        </p:txBody>
      </p:sp>
      <p:sp>
        <p:nvSpPr>
          <p:cNvPr id="16" name="paper-30-text-015">
            <a:extLst xmlns:a="http://schemas.openxmlformats.org/drawingml/2006/main">
              <a:ext uri="{FF2B5EF4-FFF2-40B4-BE49-F238E27FC236}">
                <a16:creationId xmlns:a16="http://schemas.microsoft.com/office/drawing/2014/main" id="{57E5DE7B-1276-4FFB-A006-B4EB13C713C7}"/>
              </a:ext>
            </a:extLst>
          </p:cNvPr>
          <p:cNvSpPr>
            <a:spLocks xmlns:a="http://schemas.openxmlformats.org/drawingml/2006/main" noGrp="1"/>
          </p:cNvSpPr>
          <p:nvPr/>
        </p:nvSpPr>
        <p:spPr>
          <a:xfrm xmlns:a="http://schemas.openxmlformats.org/drawingml/2006/main">
            <a:off x="12068175" y="6586395"/>
            <a:ext cx="511987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허용값 일치 · 정규식 검사</a:t>
            </a:r>
          </a:p>
        </p:txBody>
      </p:sp>
      <p:sp>
        <p:nvSpPr>
          <p:cNvPr id="17" name="paper-30-text-016">
            <a:extLst xmlns:a="http://schemas.openxmlformats.org/drawingml/2006/main">
              <a:ext uri="{FF2B5EF4-FFF2-40B4-BE49-F238E27FC236}">
                <a16:creationId xmlns:a16="http://schemas.microsoft.com/office/drawing/2014/main" id="{B70B19EC-1ECC-4DB8-B2A7-D2862AAF2859}"/>
              </a:ext>
            </a:extLst>
          </p:cNvPr>
          <p:cNvSpPr>
            <a:spLocks xmlns:a="http://schemas.openxmlformats.org/drawingml/2006/main" noGrp="1"/>
          </p:cNvSpPr>
          <p:nvPr/>
        </p:nvSpPr>
        <p:spPr>
          <a:xfrm xmlns:a="http://schemas.openxmlformats.org/drawingml/2006/main">
            <a:off x="9020175" y="8010049"/>
            <a:ext cx="819531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i="0">
                <a:solidFill>
                  <a:srgbClr val="1A73E8"/>
                </a:solidFill>
                <a:latin typeface="Noto Sans KR"/>
                <a:ea typeface="Noto Sans KR"/>
                <a:cs typeface="Noto Sans KR"/>
              </a:defRPr>
            </a:pPr>
            <a:r>
              <a:rPr sz="2250" b="0" i="0">
                <a:solidFill>
                  <a:srgbClr val="1A73E8"/>
                </a:solidFill>
                <a:latin typeface="Noto Sans KR"/>
                <a:ea typeface="Noto Sans KR"/>
                <a:cs typeface="Noto Sans KR"/>
              </a:rPr>
              <a:t>검증 통과 → 단일 operation dispatch</a:t>
            </a:r>
          </a:p>
        </p:txBody>
      </p:sp>
      <p:sp>
        <p:nvSpPr>
          <p:cNvPr id="18" name="paper-30-text-017">
            <a:extLst xmlns:a="http://schemas.openxmlformats.org/drawingml/2006/main">
              <a:ext uri="{FF2B5EF4-FFF2-40B4-BE49-F238E27FC236}">
                <a16:creationId xmlns:a16="http://schemas.microsoft.com/office/drawing/2014/main" id="{830511FF-4B97-419C-B3F6-9790534931D8}"/>
              </a:ext>
            </a:extLst>
          </p:cNvPr>
          <p:cNvSpPr>
            <a:spLocks xmlns:a="http://schemas.openxmlformats.org/drawingml/2006/main" noGrp="1"/>
          </p:cNvSpPr>
          <p:nvPr/>
        </p:nvSpPr>
        <p:spPr>
          <a:xfrm xmlns:a="http://schemas.openxmlformats.org/drawingml/2006/main">
            <a:off x="9020175" y="8658225"/>
            <a:ext cx="815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서명된 일회성 plan 확인 후 조회 실행</a:t>
            </a:r>
          </a:p>
        </p:txBody>
      </p:sp>
    </p:spTree>
    <p:extLst>
      <p:ext uri="{BB962C8B-B14F-4D97-AF65-F5344CB8AC3E}">
        <p14:creationId xmlns:p14="http://schemas.microsoft.com/office/powerpoint/2010/main" val="78057191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4ffc0444cf4d4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1-text-001">
            <a:extLst xmlns:a="http://schemas.openxmlformats.org/drawingml/2006/main">
              <a:ext uri="{FF2B5EF4-FFF2-40B4-BE49-F238E27FC236}">
                <a16:creationId xmlns:a16="http://schemas.microsoft.com/office/drawing/2014/main" id="{A4D43809-B372-428A-B96D-E0164440D8DB}"/>
              </a:ext>
            </a:extLst>
          </p:cNvPr>
          <p:cNvSpPr>
            <a:spLocks xmlns:a="http://schemas.openxmlformats.org/drawingml/2006/main" noGrp="1"/>
          </p:cNvSpPr>
          <p:nvPr/>
        </p:nvSpPr>
        <p:spPr>
          <a:xfrm xmlns:a="http://schemas.openxmlformats.org/drawingml/2006/main">
            <a:off x="1114425" y="871347"/>
            <a:ext cx="16815054" cy="1010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400" b="0" i="0">
                <a:solidFill>
                  <a:srgbClr val="202124"/>
                </a:solidFill>
                <a:latin typeface="Noto Sans KR"/>
                <a:ea typeface="Noto Sans KR"/>
                <a:cs typeface="Noto Sans KR"/>
              </a:defRPr>
            </a:pPr>
            <a:r>
              <a:rPr sz="5400" b="0" i="0">
                <a:solidFill>
                  <a:srgbClr val="202124"/>
                </a:solidFill>
                <a:latin typeface="Noto Sans KR"/>
                <a:ea typeface="Noto Sans KR"/>
                <a:cs typeface="Noto Sans KR"/>
              </a:rPr>
              <a:t>API를 몰라도, 투자 의도만 말하면 됩니다</a:t>
            </a:r>
          </a:p>
        </p:txBody>
      </p:sp>
      <p:sp>
        <p:nvSpPr>
          <p:cNvPr id="3" name="paper-31-text-002">
            <a:extLst xmlns:a="http://schemas.openxmlformats.org/drawingml/2006/main">
              <a:ext uri="{FF2B5EF4-FFF2-40B4-BE49-F238E27FC236}">
                <a16:creationId xmlns:a16="http://schemas.microsoft.com/office/drawing/2014/main" id="{C9337E49-D2ED-435F-A438-A7326F76D684}"/>
              </a:ext>
            </a:extLst>
          </p:cNvPr>
          <p:cNvSpPr>
            <a:spLocks xmlns:a="http://schemas.openxmlformats.org/drawingml/2006/main" noGrp="1"/>
          </p:cNvSpPr>
          <p:nvPr/>
        </p:nvSpPr>
        <p:spPr>
          <a:xfrm xmlns:a="http://schemas.openxmlformats.org/drawingml/2006/main">
            <a:off x="1247775" y="3244406"/>
            <a:ext cx="5446776" cy="15765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0" i="0">
                <a:solidFill>
                  <a:srgbClr val="202124"/>
                </a:solidFill>
                <a:latin typeface="Arial"/>
                <a:ea typeface="Arial"/>
                <a:cs typeface="Arial"/>
              </a:defRPr>
            </a:pPr>
            <a:r>
              <a:rPr sz="5100" b="0" i="0">
                <a:solidFill>
                  <a:srgbClr val="202124"/>
                </a:solidFill>
                <a:latin typeface="Arial"/>
                <a:ea typeface="Arial"/>
                <a:cs typeface="Arial"/>
              </a:rPr>
              <a:t>Intent</a:t>
            </a:r>
          </a:p>
          <a:p xmlns:a="http://schemas.openxmlformats.org/drawingml/2006/main">
            <a:pPr algn="l">
              <a:defRPr sz="5100" b="0" i="0">
                <a:solidFill>
                  <a:srgbClr val="202124"/>
                </a:solidFill>
                <a:latin typeface="Arial"/>
                <a:ea typeface="Arial"/>
                <a:cs typeface="Arial"/>
              </a:defRPr>
            </a:pPr>
            <a:r>
              <a:rPr sz="5100" b="0" i="0">
                <a:solidFill>
                  <a:srgbClr val="202124"/>
                </a:solidFill>
                <a:latin typeface="Arial"/>
                <a:ea typeface="Arial"/>
                <a:cs typeface="Arial"/>
              </a:rPr>
              <a:t>Classification</a:t>
            </a:r>
          </a:p>
        </p:txBody>
      </p:sp>
      <p:sp>
        <p:nvSpPr>
          <p:cNvPr id="4" name="paper-31-text-003">
            <a:extLst xmlns:a="http://schemas.openxmlformats.org/drawingml/2006/main">
              <a:ext uri="{FF2B5EF4-FFF2-40B4-BE49-F238E27FC236}">
                <a16:creationId xmlns:a16="http://schemas.microsoft.com/office/drawing/2014/main" id="{5F98D348-8750-464E-90F7-7952BA30DDE6}"/>
              </a:ext>
            </a:extLst>
          </p:cNvPr>
          <p:cNvSpPr>
            <a:spLocks xmlns:a="http://schemas.openxmlformats.org/drawingml/2006/main" noGrp="1"/>
          </p:cNvSpPr>
          <p:nvPr/>
        </p:nvSpPr>
        <p:spPr>
          <a:xfrm xmlns:a="http://schemas.openxmlformats.org/drawingml/2006/main">
            <a:off x="1247775" y="4971240"/>
            <a:ext cx="5136642" cy="4604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5F6368"/>
                </a:solidFill>
                <a:latin typeface="Noto Sans KR"/>
                <a:ea typeface="Noto Sans KR"/>
                <a:cs typeface="Noto Sans KR"/>
              </a:defRPr>
            </a:pPr>
            <a:r>
              <a:rPr sz="2325" b="0" i="0">
                <a:solidFill>
                  <a:srgbClr val="5F6368"/>
                </a:solidFill>
                <a:latin typeface="Noto Sans KR"/>
                <a:ea typeface="Noto Sans KR"/>
                <a:cs typeface="Noto Sans KR"/>
              </a:rPr>
              <a:t>규칙 우선 · 추론 후보 ≤ 3</a:t>
            </a:r>
          </a:p>
        </p:txBody>
      </p:sp>
      <p:sp>
        <p:nvSpPr>
          <p:cNvPr id="5" name="paper-31-text-004">
            <a:extLst xmlns:a="http://schemas.openxmlformats.org/drawingml/2006/main">
              <a:ext uri="{FF2B5EF4-FFF2-40B4-BE49-F238E27FC236}">
                <a16:creationId xmlns:a16="http://schemas.microsoft.com/office/drawing/2014/main" id="{7CC3B8C1-1D54-4FD5-8A95-1BC02E6C170F}"/>
              </a:ext>
            </a:extLst>
          </p:cNvPr>
          <p:cNvSpPr>
            <a:spLocks xmlns:a="http://schemas.openxmlformats.org/drawingml/2006/main" noGrp="1"/>
          </p:cNvSpPr>
          <p:nvPr/>
        </p:nvSpPr>
        <p:spPr>
          <a:xfrm xmlns:a="http://schemas.openxmlformats.org/drawingml/2006/main">
            <a:off x="12277725" y="3146488"/>
            <a:ext cx="5513832" cy="1701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Slot</a:t>
            </a:r>
          </a:p>
          <a:p xmlns:a="http://schemas.openxmlformats.org/drawingml/2006/main">
            <a:pPr algn="l">
              <a:defRPr sz="5700" b="0" i="0">
                <a:solidFill>
                  <a:srgbClr val="202124"/>
                </a:solidFill>
                <a:latin typeface="Arial"/>
                <a:ea typeface="Arial"/>
                <a:cs typeface="Arial"/>
              </a:defRPr>
            </a:pPr>
            <a:r>
              <a:rPr sz="5700" b="0" i="0">
                <a:solidFill>
                  <a:srgbClr val="202124"/>
                </a:solidFill>
                <a:latin typeface="Arial"/>
                <a:ea typeface="Arial"/>
                <a:cs typeface="Arial"/>
              </a:rPr>
              <a:t>Filling</a:t>
            </a:r>
          </a:p>
        </p:txBody>
      </p:sp>
      <p:sp>
        <p:nvSpPr>
          <p:cNvPr id="6" name="paper-31-text-005">
            <a:extLst xmlns:a="http://schemas.openxmlformats.org/drawingml/2006/main">
              <a:ext uri="{FF2B5EF4-FFF2-40B4-BE49-F238E27FC236}">
                <a16:creationId xmlns:a16="http://schemas.microsoft.com/office/drawing/2014/main" id="{605923FF-27EC-4B18-9F11-44A0A691BADE}"/>
              </a:ext>
            </a:extLst>
          </p:cNvPr>
          <p:cNvSpPr>
            <a:spLocks xmlns:a="http://schemas.openxmlformats.org/drawingml/2006/main" noGrp="1"/>
          </p:cNvSpPr>
          <p:nvPr/>
        </p:nvSpPr>
        <p:spPr>
          <a:xfrm xmlns:a="http://schemas.openxmlformats.org/drawingml/2006/main">
            <a:off x="12277725" y="4990957"/>
            <a:ext cx="511987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Arial"/>
                <a:ea typeface="Arial"/>
                <a:cs typeface="Arial"/>
              </a:defRPr>
            </a:pPr>
            <a:r>
              <a:rPr sz="2175" b="0" i="0">
                <a:solidFill>
                  <a:srgbClr val="5F6368"/>
                </a:solidFill>
                <a:latin typeface="Arial"/>
                <a:ea typeface="Arial"/>
                <a:cs typeface="Arial"/>
              </a:rPr>
              <a:t>operation_ref + arguments</a:t>
            </a:r>
          </a:p>
        </p:txBody>
      </p:sp>
      <p:sp>
        <p:nvSpPr>
          <p:cNvPr id="7" name="paper-31-text-006">
            <a:extLst xmlns:a="http://schemas.openxmlformats.org/drawingml/2006/main">
              <a:ext uri="{FF2B5EF4-FFF2-40B4-BE49-F238E27FC236}">
                <a16:creationId xmlns:a16="http://schemas.microsoft.com/office/drawing/2014/main" id="{8C1AE3C3-4937-4EE4-AAE0-3555C7FE4BEA}"/>
              </a:ext>
            </a:extLst>
          </p:cNvPr>
          <p:cNvSpPr>
            <a:spLocks xmlns:a="http://schemas.openxmlformats.org/drawingml/2006/main" noGrp="1"/>
          </p:cNvSpPr>
          <p:nvPr/>
        </p:nvSpPr>
        <p:spPr>
          <a:xfrm xmlns:a="http://schemas.openxmlformats.org/drawingml/2006/main">
            <a:off x="6581775" y="6812756"/>
            <a:ext cx="5029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750" b="0" i="0">
                <a:solidFill>
                  <a:srgbClr val="1A73E8"/>
                </a:solidFill>
                <a:latin typeface="Noto Sans KR"/>
                <a:ea typeface="Noto Sans KR"/>
                <a:cs typeface="Noto Sans KR"/>
              </a:defRPr>
            </a:pPr>
            <a:r>
              <a:rPr sz="3750" b="0" i="0">
                <a:solidFill>
                  <a:srgbClr val="1A73E8"/>
                </a:solidFill>
                <a:latin typeface="Noto Sans KR"/>
                <a:ea typeface="Noto Sans KR"/>
                <a:cs typeface="Noto Sans KR"/>
              </a:rPr>
              <a:t>AI 함수 라우팅</a:t>
            </a:r>
          </a:p>
        </p:txBody>
      </p:sp>
      <p:sp>
        <p:nvSpPr>
          <p:cNvPr id="8" name="paper-31-text-007">
            <a:extLst xmlns:a="http://schemas.openxmlformats.org/drawingml/2006/main">
              <a:ext uri="{FF2B5EF4-FFF2-40B4-BE49-F238E27FC236}">
                <a16:creationId xmlns:a16="http://schemas.microsoft.com/office/drawing/2014/main" id="{EB28CF9D-A115-4DC5-8CC7-55A82571C4EA}"/>
              </a:ext>
            </a:extLst>
          </p:cNvPr>
          <p:cNvSpPr>
            <a:spLocks xmlns:a="http://schemas.openxmlformats.org/drawingml/2006/main" noGrp="1"/>
          </p:cNvSpPr>
          <p:nvPr/>
        </p:nvSpPr>
        <p:spPr>
          <a:xfrm xmlns:a="http://schemas.openxmlformats.org/drawingml/2006/main">
            <a:off x="6487287" y="4638532"/>
            <a:ext cx="1027176" cy="438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i="0">
                <a:solidFill>
                  <a:srgbClr val="5F6368"/>
                </a:solidFill>
                <a:latin typeface="Noto Sans KR"/>
                <a:ea typeface="Noto Sans KR"/>
                <a:cs typeface="Noto Sans KR"/>
              </a:defRPr>
            </a:pPr>
            <a:r>
              <a:rPr sz="2175" b="0" i="0">
                <a:solidFill>
                  <a:srgbClr val="5F6368"/>
                </a:solidFill>
                <a:latin typeface="Noto Sans KR"/>
                <a:ea typeface="Noto Sans KR"/>
                <a:cs typeface="Noto Sans KR"/>
              </a:rPr>
              <a:t>요청</a:t>
            </a:r>
          </a:p>
        </p:txBody>
      </p:sp>
      <p:sp>
        <p:nvSpPr>
          <p:cNvPr id="9" name="paper-31-text-008">
            <a:extLst xmlns:a="http://schemas.openxmlformats.org/drawingml/2006/main">
              <a:ext uri="{FF2B5EF4-FFF2-40B4-BE49-F238E27FC236}">
                <a16:creationId xmlns:a16="http://schemas.microsoft.com/office/drawing/2014/main" id="{75CF265A-4DE1-4246-9C97-90F67CD1BF38}"/>
              </a:ext>
            </a:extLst>
          </p:cNvPr>
          <p:cNvSpPr>
            <a:spLocks xmlns:a="http://schemas.openxmlformats.org/drawingml/2006/main" noGrp="1"/>
          </p:cNvSpPr>
          <p:nvPr/>
        </p:nvSpPr>
        <p:spPr>
          <a:xfrm xmlns:a="http://schemas.openxmlformats.org/drawingml/2006/main">
            <a:off x="7448931" y="3400425"/>
            <a:ext cx="152323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후보 ≤ 3</a:t>
            </a:r>
          </a:p>
        </p:txBody>
      </p:sp>
      <p:sp>
        <p:nvSpPr>
          <p:cNvPr id="10" name="paper-31-text-009">
            <a:extLst xmlns:a="http://schemas.openxmlformats.org/drawingml/2006/main">
              <a:ext uri="{FF2B5EF4-FFF2-40B4-BE49-F238E27FC236}">
                <a16:creationId xmlns:a16="http://schemas.microsoft.com/office/drawing/2014/main" id="{CA0E0886-9443-458E-A797-A82CA818A32B}"/>
              </a:ext>
            </a:extLst>
          </p:cNvPr>
          <p:cNvSpPr>
            <a:spLocks xmlns:a="http://schemas.openxmlformats.org/drawingml/2006/main" noGrp="1"/>
          </p:cNvSpPr>
          <p:nvPr/>
        </p:nvSpPr>
        <p:spPr>
          <a:xfrm xmlns:a="http://schemas.openxmlformats.org/drawingml/2006/main">
            <a:off x="8925306" y="4086225"/>
            <a:ext cx="230428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i="0">
                <a:solidFill>
                  <a:srgbClr val="5F6368"/>
                </a:solidFill>
                <a:latin typeface="Arial"/>
                <a:ea typeface="Arial"/>
                <a:cs typeface="Arial"/>
              </a:defRPr>
            </a:pPr>
            <a:r>
              <a:rPr sz="2025" b="0" i="0">
                <a:solidFill>
                  <a:srgbClr val="5F6368"/>
                </a:solidFill>
                <a:latin typeface="Arial"/>
                <a:ea typeface="Arial"/>
                <a:cs typeface="Arial"/>
              </a:rPr>
              <a:t>JSON proposal</a:t>
            </a:r>
          </a:p>
        </p:txBody>
      </p:sp>
      <p:sp>
        <p:nvSpPr>
          <p:cNvPr id="11" name="paper-31-text-010">
            <a:extLst xmlns:a="http://schemas.openxmlformats.org/drawingml/2006/main">
              <a:ext uri="{FF2B5EF4-FFF2-40B4-BE49-F238E27FC236}">
                <a16:creationId xmlns:a16="http://schemas.microsoft.com/office/drawing/2014/main" id="{B2B0A15A-627B-430D-B5F8-1AFC9063B200}"/>
              </a:ext>
            </a:extLst>
          </p:cNvPr>
          <p:cNvSpPr>
            <a:spLocks xmlns:a="http://schemas.openxmlformats.org/drawingml/2006/main" noGrp="1"/>
          </p:cNvSpPr>
          <p:nvPr/>
        </p:nvSpPr>
        <p:spPr>
          <a:xfrm xmlns:a="http://schemas.openxmlformats.org/drawingml/2006/main">
            <a:off x="9200769" y="4898898"/>
            <a:ext cx="1753362" cy="711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3600" b="0" i="0">
                <a:solidFill>
                  <a:srgbClr val="1A73E8"/>
                </a:solidFill>
                <a:latin typeface="Arial"/>
                <a:ea typeface="Arial"/>
                <a:cs typeface="Arial"/>
              </a:defRPr>
            </a:pPr>
            <a:r>
              <a:rPr sz="3600" b="0" i="0">
                <a:solidFill>
                  <a:srgbClr val="1A73E8"/>
                </a:solidFill>
                <a:latin typeface="Arial"/>
                <a:ea typeface="Arial"/>
                <a:cs typeface="Arial"/>
              </a:rPr>
              <a:t>f(x)</a:t>
            </a:r>
          </a:p>
        </p:txBody>
      </p:sp>
      <p:sp>
        <p:nvSpPr>
          <p:cNvPr id="12" name="paper-31-text-011">
            <a:extLst xmlns:a="http://schemas.openxmlformats.org/drawingml/2006/main">
              <a:ext uri="{FF2B5EF4-FFF2-40B4-BE49-F238E27FC236}">
                <a16:creationId xmlns:a16="http://schemas.microsoft.com/office/drawing/2014/main" id="{B439CACF-CBA7-414C-876E-6F721F72599F}"/>
              </a:ext>
            </a:extLst>
          </p:cNvPr>
          <p:cNvSpPr>
            <a:spLocks xmlns:a="http://schemas.openxmlformats.org/drawingml/2006/main" noGrp="1"/>
          </p:cNvSpPr>
          <p:nvPr/>
        </p:nvSpPr>
        <p:spPr>
          <a:xfrm xmlns:a="http://schemas.openxmlformats.org/drawingml/2006/main">
            <a:off x="8696325" y="6038850"/>
            <a:ext cx="1800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검증 · 호출</a:t>
            </a:r>
          </a:p>
        </p:txBody>
      </p:sp>
      <p:sp>
        <p:nvSpPr>
          <p:cNvPr id="13" name="paper-31-text-012">
            <a:extLst xmlns:a="http://schemas.openxmlformats.org/drawingml/2006/main">
              <a:ext uri="{FF2B5EF4-FFF2-40B4-BE49-F238E27FC236}">
                <a16:creationId xmlns:a16="http://schemas.microsoft.com/office/drawing/2014/main" id="{7F74C61A-19FB-42DB-B35F-B5779D1853C1}"/>
              </a:ext>
            </a:extLst>
          </p:cNvPr>
          <p:cNvSpPr>
            <a:spLocks xmlns:a="http://schemas.openxmlformats.org/drawingml/2006/main" noGrp="1"/>
          </p:cNvSpPr>
          <p:nvPr/>
        </p:nvSpPr>
        <p:spPr>
          <a:xfrm xmlns:a="http://schemas.openxmlformats.org/drawingml/2006/main">
            <a:off x="10277475" y="7589806"/>
            <a:ext cx="7491984" cy="13971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Schema</a:t>
            </a:r>
          </a:p>
          <a:p xmlns:a="http://schemas.openxmlformats.org/drawingml/2006/main">
            <a:pPr algn="l">
              <a:defRPr sz="4650" b="0" i="0">
                <a:solidFill>
                  <a:srgbClr val="202124"/>
                </a:solidFill>
                <a:latin typeface="Arial"/>
                <a:ea typeface="Arial"/>
                <a:cs typeface="Arial"/>
              </a:defRPr>
            </a:pPr>
            <a:r>
              <a:rPr sz="4650" b="0" i="0">
                <a:solidFill>
                  <a:srgbClr val="202124"/>
                </a:solidFill>
                <a:latin typeface="Arial"/>
                <a:ea typeface="Arial"/>
                <a:cs typeface="Arial"/>
              </a:rPr>
              <a:t>Validation</a:t>
            </a:r>
          </a:p>
        </p:txBody>
      </p:sp>
      <p:sp>
        <p:nvSpPr>
          <p:cNvPr id="14" name="paper-31-text-013">
            <a:extLst xmlns:a="http://schemas.openxmlformats.org/drawingml/2006/main">
              <a:ext uri="{FF2B5EF4-FFF2-40B4-BE49-F238E27FC236}">
                <a16:creationId xmlns:a16="http://schemas.microsoft.com/office/drawing/2014/main" id="{001A4345-83C9-45ED-A2C5-8849430F51F4}"/>
              </a:ext>
            </a:extLst>
          </p:cNvPr>
          <p:cNvSpPr>
            <a:spLocks xmlns:a="http://schemas.openxmlformats.org/drawingml/2006/main" noGrp="1"/>
          </p:cNvSpPr>
          <p:nvPr/>
        </p:nvSpPr>
        <p:spPr>
          <a:xfrm xmlns:a="http://schemas.openxmlformats.org/drawingml/2006/main">
            <a:off x="10277475" y="9086707"/>
            <a:ext cx="721537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5F6368"/>
                </a:solidFill>
                <a:latin typeface="Arial"/>
                <a:ea typeface="Arial"/>
                <a:cs typeface="Arial"/>
              </a:defRPr>
            </a:pPr>
            <a:r>
              <a:rPr sz="2175" b="0" i="0">
                <a:solidFill>
                  <a:srgbClr val="5F6368"/>
                </a:solidFill>
                <a:latin typeface="Arial"/>
                <a:ea typeface="Arial"/>
                <a:cs typeface="Arial"/>
              </a:rPr>
              <a:t>required · type · enum · pattern</a:t>
            </a:r>
          </a:p>
        </p:txBody>
      </p:sp>
    </p:spTree>
    <p:extLst>
      <p:ext uri="{BB962C8B-B14F-4D97-AF65-F5344CB8AC3E}">
        <p14:creationId xmlns:p14="http://schemas.microsoft.com/office/powerpoint/2010/main" val="144010813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eada2644fe24fa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2-text-001">
            <a:extLst xmlns:a="http://schemas.openxmlformats.org/drawingml/2006/main">
              <a:ext uri="{FF2B5EF4-FFF2-40B4-BE49-F238E27FC236}">
                <a16:creationId xmlns:a16="http://schemas.microsoft.com/office/drawing/2014/main" id="{97EB85F2-0DBF-4D9E-A350-B2DED26E28C7}"/>
              </a:ext>
            </a:extLst>
          </p:cNvPr>
          <p:cNvSpPr>
            <a:spLocks xmlns:a="http://schemas.openxmlformats.org/drawingml/2006/main" noGrp="1"/>
          </p:cNvSpPr>
          <p:nvPr/>
        </p:nvSpPr>
        <p:spPr>
          <a:xfrm xmlns:a="http://schemas.openxmlformats.org/drawingml/2006/main">
            <a:off x="942975" y="204788"/>
            <a:ext cx="530057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i="0">
                <a:solidFill>
                  <a:srgbClr val="1A73E8"/>
                </a:solidFill>
                <a:latin typeface="Arial"/>
                <a:ea typeface="Arial"/>
                <a:cs typeface="Arial"/>
              </a:defRPr>
            </a:pPr>
            <a:r>
              <a:rPr sz="1650" b="1" i="0">
                <a:solidFill>
                  <a:srgbClr val="1A73E8"/>
                </a:solidFill>
                <a:latin typeface="Arial"/>
                <a:ea typeface="Arial"/>
                <a:cs typeface="Arial"/>
              </a:rPr>
              <a:t>BUSINESS CASE 01 · PRODUCT MONETIZATION</a:t>
            </a:r>
          </a:p>
        </p:txBody>
      </p:sp>
      <p:sp>
        <p:nvSpPr>
          <p:cNvPr id="3" name="paper-32-text-002">
            <a:extLst xmlns:a="http://schemas.openxmlformats.org/drawingml/2006/main">
              <a:ext uri="{FF2B5EF4-FFF2-40B4-BE49-F238E27FC236}">
                <a16:creationId xmlns:a16="http://schemas.microsoft.com/office/drawing/2014/main" id="{6A8D22D6-510F-4001-A278-72DCE96F94B0}"/>
              </a:ext>
            </a:extLst>
          </p:cNvPr>
          <p:cNvSpPr>
            <a:spLocks xmlns:a="http://schemas.openxmlformats.org/drawingml/2006/main" noGrp="1"/>
          </p:cNvSpPr>
          <p:nvPr/>
        </p:nvSpPr>
        <p:spPr>
          <a:xfrm xmlns:a="http://schemas.openxmlformats.org/drawingml/2006/main">
            <a:off x="16810434" y="204788"/>
            <a:ext cx="70604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ASIDE</a:t>
            </a:r>
          </a:p>
        </p:txBody>
      </p:sp>
      <p:sp>
        <p:nvSpPr>
          <p:cNvPr id="4" name="paper-32-text-003">
            <a:extLst xmlns:a="http://schemas.openxmlformats.org/drawingml/2006/main">
              <a:ext uri="{FF2B5EF4-FFF2-40B4-BE49-F238E27FC236}">
                <a16:creationId xmlns:a16="http://schemas.microsoft.com/office/drawing/2014/main" id="{7A61C716-1533-4162-889F-3B2306D390AD}"/>
              </a:ext>
            </a:extLst>
          </p:cNvPr>
          <p:cNvSpPr>
            <a:spLocks xmlns:a="http://schemas.openxmlformats.org/drawingml/2006/main" noGrp="1"/>
          </p:cNvSpPr>
          <p:nvPr/>
        </p:nvSpPr>
        <p:spPr>
          <a:xfrm xmlns:a="http://schemas.openxmlformats.org/drawingml/2006/main">
            <a:off x="942975" y="645414"/>
            <a:ext cx="16938498" cy="885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0" i="0">
                <a:solidFill>
                  <a:srgbClr val="202124"/>
                </a:solidFill>
                <a:latin typeface="Noto Sans KR"/>
                <a:ea typeface="Noto Sans KR"/>
                <a:cs typeface="Noto Sans KR"/>
              </a:defRPr>
            </a:pPr>
            <a:r>
              <a:rPr sz="4800" b="0" i="0">
                <a:solidFill>
                  <a:srgbClr val="202124"/>
                </a:solidFill>
                <a:latin typeface="Noto Sans KR"/>
                <a:ea typeface="Noto Sans KR"/>
                <a:cs typeface="Noto Sans KR"/>
              </a:rPr>
              <a:t>기본 웹 작업에서 리서치·자동화로 기능 확장</a:t>
            </a:r>
          </a:p>
        </p:txBody>
      </p:sp>
      <p:sp>
        <p:nvSpPr>
          <p:cNvPr id="5" name="paper-32-text-004">
            <a:extLst xmlns:a="http://schemas.openxmlformats.org/drawingml/2006/main">
              <a:ext uri="{FF2B5EF4-FFF2-40B4-BE49-F238E27FC236}">
                <a16:creationId xmlns:a16="http://schemas.microsoft.com/office/drawing/2014/main" id="{668C06A7-4AFA-4EC4-B9D3-2DDE82AE801A}"/>
              </a:ext>
            </a:extLst>
          </p:cNvPr>
          <p:cNvSpPr>
            <a:spLocks xmlns:a="http://schemas.openxmlformats.org/drawingml/2006/main" noGrp="1"/>
          </p:cNvSpPr>
          <p:nvPr/>
        </p:nvSpPr>
        <p:spPr>
          <a:xfrm xmlns:a="http://schemas.openxmlformats.org/drawingml/2006/main">
            <a:off x="942975" y="1571625"/>
            <a:ext cx="1661998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5F6368"/>
                </a:solidFill>
                <a:latin typeface="Noto Sans KR"/>
                <a:ea typeface="Noto Sans KR"/>
                <a:cs typeface="Noto Sans KR"/>
              </a:defRPr>
            </a:pPr>
            <a:r>
              <a:rPr sz="1950" b="0" i="0">
                <a:solidFill>
                  <a:srgbClr val="5F6368"/>
                </a:solidFill>
                <a:latin typeface="Noto Sans KR"/>
                <a:ea typeface="Noto Sans KR"/>
                <a:cs typeface="Noto Sans KR"/>
              </a:rPr>
              <a:t>Aside는 로그인된 웹사이트를 AI가 직접 조작해 탐색·조사·반복 업무를 수행하는 AI 브라우저입니다.</a:t>
            </a:r>
          </a:p>
        </p:txBody>
      </p:sp>
      <p:sp>
        <p:nvSpPr>
          <p:cNvPr id="6" name="paper-32-text-005">
            <a:extLst xmlns:a="http://schemas.openxmlformats.org/drawingml/2006/main">
              <a:ext uri="{FF2B5EF4-FFF2-40B4-BE49-F238E27FC236}">
                <a16:creationId xmlns:a16="http://schemas.microsoft.com/office/drawing/2014/main" id="{053F3DBB-4CE7-4E90-AF34-DFDF8E78CA9F}"/>
              </a:ext>
            </a:extLst>
          </p:cNvPr>
          <p:cNvSpPr>
            <a:spLocks xmlns:a="http://schemas.openxmlformats.org/drawingml/2006/main" noGrp="1"/>
          </p:cNvSpPr>
          <p:nvPr/>
        </p:nvSpPr>
        <p:spPr>
          <a:xfrm xmlns:a="http://schemas.openxmlformats.org/drawingml/2006/main">
            <a:off x="1323975" y="8582025"/>
            <a:ext cx="260223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i="0">
                <a:solidFill>
                  <a:srgbClr val="1A73E8"/>
                </a:solidFill>
                <a:latin typeface="Noto Sans KR"/>
                <a:ea typeface="Noto Sans KR"/>
                <a:cs typeface="Noto Sans KR"/>
              </a:defRPr>
            </a:pPr>
            <a:r>
              <a:rPr sz="1800" b="1" i="0">
                <a:solidFill>
                  <a:srgbClr val="1A73E8"/>
                </a:solidFill>
                <a:latin typeface="Noto Sans KR"/>
                <a:ea typeface="Noto Sans KR"/>
                <a:cs typeface="Noto Sans KR"/>
              </a:rPr>
              <a:t>ATHENA 적용 시사점</a:t>
            </a:r>
          </a:p>
        </p:txBody>
      </p:sp>
      <p:sp>
        <p:nvSpPr>
          <p:cNvPr id="7" name="paper-32-text-006">
            <a:extLst xmlns:a="http://schemas.openxmlformats.org/drawingml/2006/main">
              <a:ext uri="{FF2B5EF4-FFF2-40B4-BE49-F238E27FC236}">
                <a16:creationId xmlns:a16="http://schemas.microsoft.com/office/drawing/2014/main" id="{265C8471-864E-4569-8896-C684263BE976}"/>
              </a:ext>
            </a:extLst>
          </p:cNvPr>
          <p:cNvSpPr>
            <a:spLocks xmlns:a="http://schemas.openxmlformats.org/drawingml/2006/main" noGrp="1"/>
          </p:cNvSpPr>
          <p:nvPr/>
        </p:nvSpPr>
        <p:spPr>
          <a:xfrm xmlns:a="http://schemas.openxmlformats.org/drawingml/2006/main">
            <a:off x="3705225" y="8533924"/>
            <a:ext cx="8878580"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i="0">
                <a:solidFill>
                  <a:srgbClr val="202124"/>
                </a:solidFill>
                <a:latin typeface="Noto Sans KR"/>
                <a:ea typeface="Noto Sans KR"/>
                <a:cs typeface="Noto Sans KR"/>
              </a:defRPr>
            </a:pPr>
            <a:r>
              <a:rPr sz="2250" b="0" i="0">
                <a:solidFill>
                  <a:srgbClr val="202124"/>
                </a:solidFill>
                <a:latin typeface="Noto Sans KR"/>
                <a:ea typeface="Noto Sans KR"/>
                <a:cs typeface="Noto Sans KR"/>
              </a:rPr>
              <a:t>기본 투자 작업은 무료로, Pallas 등 고급 기능은 유료 구독의 가치로 연결</a:t>
            </a:r>
          </a:p>
        </p:txBody>
      </p:sp>
      <p:sp>
        <p:nvSpPr>
          <p:cNvPr id="8" name="paper-32-text-007">
            <a:extLst xmlns:a="http://schemas.openxmlformats.org/drawingml/2006/main">
              <a:ext uri="{FF2B5EF4-FFF2-40B4-BE49-F238E27FC236}">
                <a16:creationId xmlns:a16="http://schemas.microsoft.com/office/drawing/2014/main" id="{FA8736CD-1D44-4429-861A-28BDA8F926F0}"/>
              </a:ext>
            </a:extLst>
          </p:cNvPr>
          <p:cNvSpPr>
            <a:spLocks xmlns:a="http://schemas.openxmlformats.org/drawingml/2006/main" noGrp="1"/>
          </p:cNvSpPr>
          <p:nvPr/>
        </p:nvSpPr>
        <p:spPr>
          <a:xfrm xmlns:a="http://schemas.openxmlformats.org/drawingml/2006/main">
            <a:off x="942975" y="9572625"/>
            <a:ext cx="562183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Source: aside.com/pricing · Free → Pro 기능 비교 · 2026.09.22</a:t>
            </a:r>
          </a:p>
        </p:txBody>
      </p:sp>
      <p:sp>
        <p:nvSpPr>
          <p:cNvPr id="9" name="paper-32-text-008">
            <a:extLst xmlns:a="http://schemas.openxmlformats.org/drawingml/2006/main">
              <a:ext uri="{FF2B5EF4-FFF2-40B4-BE49-F238E27FC236}">
                <a16:creationId xmlns:a16="http://schemas.microsoft.com/office/drawing/2014/main" id="{333F3519-20F9-468D-8EE0-5F7C5B3ABBB4}"/>
              </a:ext>
            </a:extLst>
          </p:cNvPr>
          <p:cNvSpPr>
            <a:spLocks xmlns:a="http://schemas.openxmlformats.org/drawingml/2006/main" noGrp="1"/>
          </p:cNvSpPr>
          <p:nvPr/>
        </p:nvSpPr>
        <p:spPr>
          <a:xfrm xmlns:a="http://schemas.openxmlformats.org/drawingml/2006/main">
            <a:off x="14863763" y="9572625"/>
            <a:ext cx="26527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ATHENA · BUSINESS MODEL</a:t>
            </a:r>
          </a:p>
        </p:txBody>
      </p:sp>
      <p:sp>
        <p:nvSpPr>
          <p:cNvPr id="10" name="paper-32-text-009">
            <a:extLst xmlns:a="http://schemas.openxmlformats.org/drawingml/2006/main">
              <a:ext uri="{FF2B5EF4-FFF2-40B4-BE49-F238E27FC236}">
                <a16:creationId xmlns:a16="http://schemas.microsoft.com/office/drawing/2014/main" id="{9B63696C-CE26-46B5-87A5-D6242C7D53E9}"/>
              </a:ext>
            </a:extLst>
          </p:cNvPr>
          <p:cNvSpPr>
            <a:spLocks xmlns:a="http://schemas.openxmlformats.org/drawingml/2006/main" noGrp="1"/>
          </p:cNvSpPr>
          <p:nvPr/>
        </p:nvSpPr>
        <p:spPr>
          <a:xfrm xmlns:a="http://schemas.openxmlformats.org/drawingml/2006/main">
            <a:off x="11696700" y="2752725"/>
            <a:ext cx="555117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i="0">
                <a:solidFill>
                  <a:srgbClr val="AECBFA"/>
                </a:solidFill>
                <a:latin typeface="Arial"/>
                <a:ea typeface="Arial"/>
                <a:cs typeface="Arial"/>
              </a:defRPr>
            </a:pPr>
            <a:r>
              <a:rPr sz="1575" b="1" i="0">
                <a:solidFill>
                  <a:srgbClr val="AECBFA"/>
                </a:solidFill>
                <a:latin typeface="Arial"/>
                <a:ea typeface="Arial"/>
                <a:cs typeface="Arial"/>
              </a:rPr>
              <a:t>FREE → PRO · FEATURE EXPANSION</a:t>
            </a:r>
          </a:p>
        </p:txBody>
      </p:sp>
      <p:sp>
        <p:nvSpPr>
          <p:cNvPr id="11" name="paper-32-text-010">
            <a:extLst xmlns:a="http://schemas.openxmlformats.org/drawingml/2006/main">
              <a:ext uri="{FF2B5EF4-FFF2-40B4-BE49-F238E27FC236}">
                <a16:creationId xmlns:a16="http://schemas.microsoft.com/office/drawing/2014/main" id="{33CF7A5E-AAF6-48C7-894D-8B9EB24566FD}"/>
              </a:ext>
            </a:extLst>
          </p:cNvPr>
          <p:cNvSpPr>
            <a:spLocks xmlns:a="http://schemas.openxmlformats.org/drawingml/2006/main" noGrp="1"/>
          </p:cNvSpPr>
          <p:nvPr/>
        </p:nvSpPr>
        <p:spPr>
          <a:xfrm xmlns:a="http://schemas.openxmlformats.org/drawingml/2006/main">
            <a:off x="11696700" y="3094482"/>
            <a:ext cx="5640324" cy="442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i="0">
                <a:solidFill>
                  <a:srgbClr val="FFFFFF"/>
                </a:solidFill>
                <a:latin typeface="Noto Sans KR"/>
                <a:ea typeface="Noto Sans KR"/>
                <a:cs typeface="Noto Sans KR"/>
              </a:defRPr>
            </a:pPr>
            <a:r>
              <a:rPr sz="2400" b="1" i="0">
                <a:solidFill>
                  <a:srgbClr val="FFFFFF"/>
                </a:solidFill>
                <a:latin typeface="Noto Sans KR"/>
                <a:ea typeface="Noto Sans KR"/>
                <a:cs typeface="Noto Sans KR"/>
              </a:rPr>
              <a:t>심층 조사·자동화·작업 연결</a:t>
            </a:r>
          </a:p>
        </p:txBody>
      </p:sp>
      <p:sp>
        <p:nvSpPr>
          <p:cNvPr id="12" name="paper-32-text-011">
            <a:extLst xmlns:a="http://schemas.openxmlformats.org/drawingml/2006/main">
              <a:ext uri="{FF2B5EF4-FFF2-40B4-BE49-F238E27FC236}">
                <a16:creationId xmlns:a16="http://schemas.microsoft.com/office/drawing/2014/main" id="{3444B723-29CA-4FBF-A407-3828605212D7}"/>
              </a:ext>
            </a:extLst>
          </p:cNvPr>
          <p:cNvSpPr>
            <a:spLocks xmlns:a="http://schemas.openxmlformats.org/drawingml/2006/main" noGrp="1"/>
          </p:cNvSpPr>
          <p:nvPr/>
        </p:nvSpPr>
        <p:spPr>
          <a:xfrm xmlns:a="http://schemas.openxmlformats.org/drawingml/2006/main">
            <a:off x="11696700" y="4281345"/>
            <a:ext cx="1976628" cy="419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i="0">
                <a:solidFill>
                  <a:srgbClr val="202124"/>
                </a:solidFill>
                <a:latin typeface="Noto Sans KR"/>
                <a:ea typeface="Noto Sans KR"/>
                <a:cs typeface="Noto Sans KR"/>
              </a:defRPr>
            </a:pPr>
            <a:r>
              <a:rPr sz="2175" b="1" i="0">
                <a:solidFill>
                  <a:srgbClr val="202124"/>
                </a:solidFill>
                <a:latin typeface="Noto Sans KR"/>
                <a:ea typeface="Noto Sans KR"/>
                <a:cs typeface="Noto Sans KR"/>
              </a:rPr>
              <a:t>심층 조사</a:t>
            </a:r>
          </a:p>
        </p:txBody>
      </p:sp>
      <p:sp>
        <p:nvSpPr>
          <p:cNvPr id="13" name="paper-32-text-012">
            <a:extLst xmlns:a="http://schemas.openxmlformats.org/drawingml/2006/main">
              <a:ext uri="{FF2B5EF4-FFF2-40B4-BE49-F238E27FC236}">
                <a16:creationId xmlns:a16="http://schemas.microsoft.com/office/drawing/2014/main" id="{E41AACD2-FD51-47B9-9B98-F61A2F13DDBF}"/>
              </a:ext>
            </a:extLst>
          </p:cNvPr>
          <p:cNvSpPr>
            <a:spLocks xmlns:a="http://schemas.openxmlformats.org/drawingml/2006/main" noGrp="1"/>
          </p:cNvSpPr>
          <p:nvPr/>
        </p:nvSpPr>
        <p:spPr>
          <a:xfrm xmlns:a="http://schemas.openxmlformats.org/drawingml/2006/main">
            <a:off x="13411200" y="4129088"/>
            <a:ext cx="3752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Ultrabrowse로</a:t>
            </a:r>
          </a:p>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심층 리서치 수행</a:t>
            </a:r>
          </a:p>
        </p:txBody>
      </p:sp>
      <p:sp>
        <p:nvSpPr>
          <p:cNvPr id="14" name="paper-32-text-013">
            <a:extLst xmlns:a="http://schemas.openxmlformats.org/drawingml/2006/main">
              <a:ext uri="{FF2B5EF4-FFF2-40B4-BE49-F238E27FC236}">
                <a16:creationId xmlns:a16="http://schemas.microsoft.com/office/drawing/2014/main" id="{2E0E7ED8-5031-4447-B104-34EE5ECD9648}"/>
              </a:ext>
            </a:extLst>
          </p:cNvPr>
          <p:cNvSpPr>
            <a:spLocks xmlns:a="http://schemas.openxmlformats.org/drawingml/2006/main" noGrp="1"/>
          </p:cNvSpPr>
          <p:nvPr/>
        </p:nvSpPr>
        <p:spPr>
          <a:xfrm xmlns:a="http://schemas.openxmlformats.org/drawingml/2006/main">
            <a:off x="11696700" y="5443395"/>
            <a:ext cx="1976628" cy="419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i="0">
                <a:solidFill>
                  <a:srgbClr val="202124"/>
                </a:solidFill>
                <a:latin typeface="Noto Sans KR"/>
                <a:ea typeface="Noto Sans KR"/>
                <a:cs typeface="Noto Sans KR"/>
              </a:defRPr>
            </a:pPr>
            <a:r>
              <a:rPr sz="2175" b="1" i="0">
                <a:solidFill>
                  <a:srgbClr val="202124"/>
                </a:solidFill>
                <a:latin typeface="Noto Sans KR"/>
                <a:ea typeface="Noto Sans KR"/>
                <a:cs typeface="Noto Sans KR"/>
              </a:rPr>
              <a:t>반복 자동화</a:t>
            </a:r>
          </a:p>
        </p:txBody>
      </p:sp>
      <p:sp>
        <p:nvSpPr>
          <p:cNvPr id="15" name="paper-32-text-014">
            <a:extLst xmlns:a="http://schemas.openxmlformats.org/drawingml/2006/main">
              <a:ext uri="{FF2B5EF4-FFF2-40B4-BE49-F238E27FC236}">
                <a16:creationId xmlns:a16="http://schemas.microsoft.com/office/drawing/2014/main" id="{95C7A280-6E6C-4C85-A6F5-8138F0493376}"/>
              </a:ext>
            </a:extLst>
          </p:cNvPr>
          <p:cNvSpPr>
            <a:spLocks xmlns:a="http://schemas.openxmlformats.org/drawingml/2006/main" noGrp="1"/>
          </p:cNvSpPr>
          <p:nvPr/>
        </p:nvSpPr>
        <p:spPr>
          <a:xfrm xmlns:a="http://schemas.openxmlformats.org/drawingml/2006/main">
            <a:off x="13411200" y="5291138"/>
            <a:ext cx="3752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루틴 무제한으로</a:t>
            </a:r>
          </a:p>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반복 업무 자동화</a:t>
            </a:r>
          </a:p>
        </p:txBody>
      </p:sp>
      <p:sp>
        <p:nvSpPr>
          <p:cNvPr id="16" name="paper-32-text-015">
            <a:extLst xmlns:a="http://schemas.openxmlformats.org/drawingml/2006/main">
              <a:ext uri="{FF2B5EF4-FFF2-40B4-BE49-F238E27FC236}">
                <a16:creationId xmlns:a16="http://schemas.microsoft.com/office/drawing/2014/main" id="{3E520A5B-B202-48E3-B0DA-C7E5B8111B3A}"/>
              </a:ext>
            </a:extLst>
          </p:cNvPr>
          <p:cNvSpPr>
            <a:spLocks xmlns:a="http://schemas.openxmlformats.org/drawingml/2006/main" noGrp="1"/>
          </p:cNvSpPr>
          <p:nvPr/>
        </p:nvSpPr>
        <p:spPr>
          <a:xfrm xmlns:a="http://schemas.openxmlformats.org/drawingml/2006/main">
            <a:off x="11696700" y="6605445"/>
            <a:ext cx="1976628" cy="419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i="0">
                <a:solidFill>
                  <a:srgbClr val="202124"/>
                </a:solidFill>
                <a:latin typeface="Noto Sans KR"/>
                <a:ea typeface="Noto Sans KR"/>
                <a:cs typeface="Noto Sans KR"/>
              </a:defRPr>
            </a:pPr>
            <a:r>
              <a:rPr sz="2175" b="1" i="0">
                <a:solidFill>
                  <a:srgbClr val="202124"/>
                </a:solidFill>
                <a:latin typeface="Noto Sans KR"/>
                <a:ea typeface="Noto Sans KR"/>
                <a:cs typeface="Noto Sans KR"/>
              </a:rPr>
              <a:t>작업 연결</a:t>
            </a:r>
          </a:p>
        </p:txBody>
      </p:sp>
      <p:sp>
        <p:nvSpPr>
          <p:cNvPr id="17" name="paper-32-text-016">
            <a:extLst xmlns:a="http://schemas.openxmlformats.org/drawingml/2006/main">
              <a:ext uri="{FF2B5EF4-FFF2-40B4-BE49-F238E27FC236}">
                <a16:creationId xmlns:a16="http://schemas.microsoft.com/office/drawing/2014/main" id="{65819B0C-32B4-43D8-B023-4493733C3A55}"/>
              </a:ext>
            </a:extLst>
          </p:cNvPr>
          <p:cNvSpPr>
            <a:spLocks xmlns:a="http://schemas.openxmlformats.org/drawingml/2006/main" noGrp="1"/>
          </p:cNvSpPr>
          <p:nvPr/>
        </p:nvSpPr>
        <p:spPr>
          <a:xfrm xmlns:a="http://schemas.openxmlformats.org/drawingml/2006/main">
            <a:off x="13411200" y="6453188"/>
            <a:ext cx="3752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Channels 원격 제어</a:t>
            </a:r>
          </a:p>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Cloud handoff로 작업 인계</a:t>
            </a:r>
          </a:p>
        </p:txBody>
      </p:sp>
      <p:sp>
        <p:nvSpPr>
          <p:cNvPr id="18" name="paper-32-text-017">
            <a:extLst xmlns:a="http://schemas.openxmlformats.org/drawingml/2006/main">
              <a:ext uri="{FF2B5EF4-FFF2-40B4-BE49-F238E27FC236}">
                <a16:creationId xmlns:a16="http://schemas.microsoft.com/office/drawing/2014/main" id="{75A0F873-E0E4-40EB-B4D4-6AEDFC2BD66A}"/>
              </a:ext>
            </a:extLst>
          </p:cNvPr>
          <p:cNvSpPr>
            <a:spLocks xmlns:a="http://schemas.openxmlformats.org/drawingml/2006/main" noGrp="1"/>
          </p:cNvSpPr>
          <p:nvPr/>
        </p:nvSpPr>
        <p:spPr>
          <a:xfrm xmlns:a="http://schemas.openxmlformats.org/drawingml/2006/main">
            <a:off x="11696700" y="7381875"/>
            <a:ext cx="5391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1A73E8"/>
                </a:solidFill>
                <a:latin typeface="Noto Sans KR"/>
                <a:ea typeface="Noto Sans KR"/>
                <a:cs typeface="Noto Sans KR"/>
              </a:defRPr>
            </a:pPr>
            <a:r>
              <a:rPr sz="1725" b="1" i="0">
                <a:solidFill>
                  <a:srgbClr val="1A73E8"/>
                </a:solidFill>
                <a:latin typeface="Noto Sans KR"/>
                <a:ea typeface="Noto Sans KR"/>
                <a:cs typeface="Noto Sans KR"/>
              </a:rPr>
              <a:t>Free → Pro에서 고급 작업 기능 확장</a:t>
            </a:r>
          </a:p>
        </p:txBody>
      </p:sp>
    </p:spTree>
    <p:extLst>
      <p:ext uri="{BB962C8B-B14F-4D97-AF65-F5344CB8AC3E}">
        <p14:creationId xmlns:p14="http://schemas.microsoft.com/office/powerpoint/2010/main" val="58907102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72bd73bb8ca46b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3-text-001">
            <a:extLst xmlns:a="http://schemas.openxmlformats.org/drawingml/2006/main">
              <a:ext uri="{FF2B5EF4-FFF2-40B4-BE49-F238E27FC236}">
                <a16:creationId xmlns:a16="http://schemas.microsoft.com/office/drawing/2014/main" id="{F8D9DDA0-9FCA-49A7-A7E8-6BBA23048C30}"/>
              </a:ext>
            </a:extLst>
          </p:cNvPr>
          <p:cNvSpPr>
            <a:spLocks xmlns:a="http://schemas.openxmlformats.org/drawingml/2006/main" noGrp="1"/>
          </p:cNvSpPr>
          <p:nvPr/>
        </p:nvSpPr>
        <p:spPr>
          <a:xfrm xmlns:a="http://schemas.openxmlformats.org/drawingml/2006/main">
            <a:off x="942975" y="276225"/>
            <a:ext cx="1658874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1A73E8"/>
                </a:solidFill>
                <a:latin typeface="Noto Sans KR"/>
                <a:ea typeface="Noto Sans KR"/>
                <a:cs typeface="Noto Sans KR"/>
              </a:defRPr>
            </a:pPr>
            <a:r>
              <a:rPr sz="1650" b="0" i="0">
                <a:solidFill>
                  <a:srgbClr val="1A73E8"/>
                </a:solidFill>
                <a:latin typeface="Noto Sans KR"/>
                <a:ea typeface="Noto Sans KR"/>
                <a:cs typeface="Noto Sans KR"/>
              </a:rPr>
              <a:t>01 · ATHENA 자체 서비스 수익화</a:t>
            </a:r>
          </a:p>
        </p:txBody>
      </p:sp>
      <p:sp>
        <p:nvSpPr>
          <p:cNvPr id="3" name="paper-33-text-002">
            <a:extLst xmlns:a="http://schemas.openxmlformats.org/drawingml/2006/main">
              <a:ext uri="{FF2B5EF4-FFF2-40B4-BE49-F238E27FC236}">
                <a16:creationId xmlns:a16="http://schemas.microsoft.com/office/drawing/2014/main" id="{457BE4E8-873D-4582-967D-C17592B0CAA8}"/>
              </a:ext>
            </a:extLst>
          </p:cNvPr>
          <p:cNvSpPr>
            <a:spLocks xmlns:a="http://schemas.openxmlformats.org/drawingml/2006/main" noGrp="1"/>
          </p:cNvSpPr>
          <p:nvPr/>
        </p:nvSpPr>
        <p:spPr>
          <a:xfrm xmlns:a="http://schemas.openxmlformats.org/drawingml/2006/main">
            <a:off x="942975" y="683514"/>
            <a:ext cx="16938498" cy="885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0" i="0">
                <a:solidFill>
                  <a:srgbClr val="202124"/>
                </a:solidFill>
                <a:latin typeface="Noto Sans KR"/>
                <a:ea typeface="Noto Sans KR"/>
                <a:cs typeface="Noto Sans KR"/>
              </a:defRPr>
            </a:pPr>
            <a:r>
              <a:rPr sz="4800" b="0" i="0">
                <a:solidFill>
                  <a:srgbClr val="202124"/>
                </a:solidFill>
                <a:latin typeface="Noto Sans KR"/>
                <a:ea typeface="Noto Sans KR"/>
                <a:cs typeface="Noto Sans KR"/>
              </a:rPr>
              <a:t>기본 기능은 무료로, 고급 기능과 사용량은 유료로</a:t>
            </a:r>
          </a:p>
        </p:txBody>
      </p:sp>
      <p:sp>
        <p:nvSpPr>
          <p:cNvPr id="4" name="paper-33-text-003">
            <a:extLst xmlns:a="http://schemas.openxmlformats.org/drawingml/2006/main">
              <a:ext uri="{FF2B5EF4-FFF2-40B4-BE49-F238E27FC236}">
                <a16:creationId xmlns:a16="http://schemas.microsoft.com/office/drawing/2014/main" id="{B1515E72-05F6-4FF7-938F-8F787E55F885}"/>
              </a:ext>
            </a:extLst>
          </p:cNvPr>
          <p:cNvSpPr>
            <a:spLocks xmlns:a="http://schemas.openxmlformats.org/drawingml/2006/main" noGrp="1"/>
          </p:cNvSpPr>
          <p:nvPr/>
        </p:nvSpPr>
        <p:spPr>
          <a:xfrm xmlns:a="http://schemas.openxmlformats.org/drawingml/2006/main">
            <a:off x="942975" y="1590675"/>
            <a:ext cx="1662836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팔라스 이용·알람 개수 확대·그래프 무제한 생성을 유료 구독의 가치로 설계합니다</a:t>
            </a:r>
          </a:p>
        </p:txBody>
      </p:sp>
      <p:sp>
        <p:nvSpPr>
          <p:cNvPr id="5" name="paper-33-text-004">
            <a:extLst xmlns:a="http://schemas.openxmlformats.org/drawingml/2006/main">
              <a:ext uri="{FF2B5EF4-FFF2-40B4-BE49-F238E27FC236}">
                <a16:creationId xmlns:a16="http://schemas.microsoft.com/office/drawing/2014/main" id="{C54F2987-8974-4B86-9FDB-33DA08D97D11}"/>
              </a:ext>
            </a:extLst>
          </p:cNvPr>
          <p:cNvSpPr>
            <a:spLocks xmlns:a="http://schemas.openxmlformats.org/drawingml/2006/main" noGrp="1"/>
          </p:cNvSpPr>
          <p:nvPr/>
        </p:nvSpPr>
        <p:spPr>
          <a:xfrm xmlns:a="http://schemas.openxmlformats.org/drawingml/2006/main">
            <a:off x="2086719" y="2581275"/>
            <a:ext cx="36412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02124"/>
                </a:solidFill>
                <a:latin typeface="Arial"/>
                <a:ea typeface="Arial"/>
                <a:cs typeface="Arial"/>
              </a:defRPr>
            </a:pPr>
            <a:r>
              <a:rPr sz="1350" b="0" i="0">
                <a:solidFill>
                  <a:srgbClr val="202124"/>
                </a:solidFill>
                <a:latin typeface="Arial"/>
                <a:ea typeface="Arial"/>
                <a:cs typeface="Arial"/>
              </a:rPr>
              <a:t>01</a:t>
            </a:r>
          </a:p>
        </p:txBody>
      </p:sp>
      <p:sp>
        <p:nvSpPr>
          <p:cNvPr id="6" name="paper-33-text-005">
            <a:extLst xmlns:a="http://schemas.openxmlformats.org/drawingml/2006/main">
              <a:ext uri="{FF2B5EF4-FFF2-40B4-BE49-F238E27FC236}">
                <a16:creationId xmlns:a16="http://schemas.microsoft.com/office/drawing/2014/main" id="{D8D2DBF7-D78D-4460-8B89-249ECE674B6A}"/>
              </a:ext>
            </a:extLst>
          </p:cNvPr>
          <p:cNvSpPr>
            <a:spLocks xmlns:a="http://schemas.openxmlformats.org/drawingml/2006/main" noGrp="1"/>
          </p:cNvSpPr>
          <p:nvPr/>
        </p:nvSpPr>
        <p:spPr>
          <a:xfrm xmlns:a="http://schemas.openxmlformats.org/drawingml/2006/main">
            <a:off x="1634282" y="2828782"/>
            <a:ext cx="1356015"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무료 진입</a:t>
            </a:r>
          </a:p>
        </p:txBody>
      </p:sp>
      <p:sp>
        <p:nvSpPr>
          <p:cNvPr id="7" name="paper-33-text-006">
            <a:extLst xmlns:a="http://schemas.openxmlformats.org/drawingml/2006/main">
              <a:ext uri="{FF2B5EF4-FFF2-40B4-BE49-F238E27FC236}">
                <a16:creationId xmlns:a16="http://schemas.microsoft.com/office/drawing/2014/main" id="{00260C68-B71D-4797-A635-DEE3B7C23AB2}"/>
              </a:ext>
            </a:extLst>
          </p:cNvPr>
          <p:cNvSpPr>
            <a:spLocks xmlns:a="http://schemas.openxmlformats.org/drawingml/2006/main" noGrp="1"/>
          </p:cNvSpPr>
          <p:nvPr/>
        </p:nvSpPr>
        <p:spPr>
          <a:xfrm xmlns:a="http://schemas.openxmlformats.org/drawingml/2006/main">
            <a:off x="3310128" y="2762250"/>
            <a:ext cx="542544"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i="0">
                <a:solidFill>
                  <a:srgbClr val="9AA0A6"/>
                </a:solidFill>
                <a:latin typeface="Noto Sans KR"/>
                <a:ea typeface="Noto Sans KR"/>
                <a:cs typeface="Noto Sans KR"/>
              </a:defRPr>
            </a:pPr>
            <a:r>
              <a:rPr sz="1950" b="0" i="0">
                <a:solidFill>
                  <a:srgbClr val="9AA0A6"/>
                </a:solidFill>
                <a:latin typeface="Noto Sans KR"/>
                <a:ea typeface="Noto Sans KR"/>
                <a:cs typeface="Noto Sans KR"/>
              </a:rPr>
              <a:t>→</a:t>
            </a:r>
          </a:p>
        </p:txBody>
      </p:sp>
      <p:sp>
        <p:nvSpPr>
          <p:cNvPr id="8" name="paper-33-text-007">
            <a:extLst xmlns:a="http://schemas.openxmlformats.org/drawingml/2006/main">
              <a:ext uri="{FF2B5EF4-FFF2-40B4-BE49-F238E27FC236}">
                <a16:creationId xmlns:a16="http://schemas.microsoft.com/office/drawing/2014/main" id="{2545EFB4-D531-4B51-A955-870571B2607F}"/>
              </a:ext>
            </a:extLst>
          </p:cNvPr>
          <p:cNvSpPr>
            <a:spLocks xmlns:a="http://schemas.openxmlformats.org/drawingml/2006/main" noGrp="1"/>
          </p:cNvSpPr>
          <p:nvPr/>
        </p:nvSpPr>
        <p:spPr>
          <a:xfrm xmlns:a="http://schemas.openxmlformats.org/drawingml/2006/main">
            <a:off x="4868019" y="2581275"/>
            <a:ext cx="36412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02124"/>
                </a:solidFill>
                <a:latin typeface="Arial"/>
                <a:ea typeface="Arial"/>
                <a:cs typeface="Arial"/>
              </a:defRPr>
            </a:pPr>
            <a:r>
              <a:rPr sz="1350" b="0" i="0">
                <a:solidFill>
                  <a:srgbClr val="202124"/>
                </a:solidFill>
                <a:latin typeface="Arial"/>
                <a:ea typeface="Arial"/>
                <a:cs typeface="Arial"/>
              </a:rPr>
              <a:t>02</a:t>
            </a:r>
          </a:p>
        </p:txBody>
      </p:sp>
      <p:sp>
        <p:nvSpPr>
          <p:cNvPr id="9" name="paper-33-text-008">
            <a:extLst xmlns:a="http://schemas.openxmlformats.org/drawingml/2006/main">
              <a:ext uri="{FF2B5EF4-FFF2-40B4-BE49-F238E27FC236}">
                <a16:creationId xmlns:a16="http://schemas.microsoft.com/office/drawing/2014/main" id="{28E53374-F513-416C-9C1D-FBB084940879}"/>
              </a:ext>
            </a:extLst>
          </p:cNvPr>
          <p:cNvSpPr>
            <a:spLocks xmlns:a="http://schemas.openxmlformats.org/drawingml/2006/main" noGrp="1"/>
          </p:cNvSpPr>
          <p:nvPr/>
        </p:nvSpPr>
        <p:spPr>
          <a:xfrm xmlns:a="http://schemas.openxmlformats.org/drawingml/2006/main">
            <a:off x="4122688" y="2828782"/>
            <a:ext cx="1941653"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핵심 기능 체험</a:t>
            </a:r>
          </a:p>
        </p:txBody>
      </p:sp>
      <p:sp>
        <p:nvSpPr>
          <p:cNvPr id="10" name="paper-33-text-009">
            <a:extLst xmlns:a="http://schemas.openxmlformats.org/drawingml/2006/main">
              <a:ext uri="{FF2B5EF4-FFF2-40B4-BE49-F238E27FC236}">
                <a16:creationId xmlns:a16="http://schemas.microsoft.com/office/drawing/2014/main" id="{55B8B1DC-332B-458E-BE4B-4BC693B801B9}"/>
              </a:ext>
            </a:extLst>
          </p:cNvPr>
          <p:cNvSpPr>
            <a:spLocks xmlns:a="http://schemas.openxmlformats.org/drawingml/2006/main" noGrp="1"/>
          </p:cNvSpPr>
          <p:nvPr/>
        </p:nvSpPr>
        <p:spPr>
          <a:xfrm xmlns:a="http://schemas.openxmlformats.org/drawingml/2006/main">
            <a:off x="6091428" y="2762250"/>
            <a:ext cx="542544"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i="0">
                <a:solidFill>
                  <a:srgbClr val="9AA0A6"/>
                </a:solidFill>
                <a:latin typeface="Noto Sans KR"/>
                <a:ea typeface="Noto Sans KR"/>
                <a:cs typeface="Noto Sans KR"/>
              </a:defRPr>
            </a:pPr>
            <a:r>
              <a:rPr sz="1950" b="0" i="0">
                <a:solidFill>
                  <a:srgbClr val="9AA0A6"/>
                </a:solidFill>
                <a:latin typeface="Noto Sans KR"/>
                <a:ea typeface="Noto Sans KR"/>
                <a:cs typeface="Noto Sans KR"/>
              </a:rPr>
              <a:t>→</a:t>
            </a:r>
          </a:p>
        </p:txBody>
      </p:sp>
      <p:sp>
        <p:nvSpPr>
          <p:cNvPr id="11" name="paper-33-text-010">
            <a:extLst xmlns:a="http://schemas.openxmlformats.org/drawingml/2006/main">
              <a:ext uri="{FF2B5EF4-FFF2-40B4-BE49-F238E27FC236}">
                <a16:creationId xmlns:a16="http://schemas.microsoft.com/office/drawing/2014/main" id="{351D6960-31AC-4252-BA39-312E8EDCD857}"/>
              </a:ext>
            </a:extLst>
          </p:cNvPr>
          <p:cNvSpPr>
            <a:spLocks xmlns:a="http://schemas.openxmlformats.org/drawingml/2006/main" noGrp="1"/>
          </p:cNvSpPr>
          <p:nvPr/>
        </p:nvSpPr>
        <p:spPr>
          <a:xfrm xmlns:a="http://schemas.openxmlformats.org/drawingml/2006/main">
            <a:off x="7649319" y="2581275"/>
            <a:ext cx="36412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FFFFFF"/>
                </a:solidFill>
                <a:latin typeface="Arial"/>
                <a:ea typeface="Arial"/>
                <a:cs typeface="Arial"/>
              </a:defRPr>
            </a:pPr>
            <a:r>
              <a:rPr sz="1350" b="0" i="0">
                <a:solidFill>
                  <a:srgbClr val="FFFFFF"/>
                </a:solidFill>
                <a:latin typeface="Arial"/>
                <a:ea typeface="Arial"/>
                <a:cs typeface="Arial"/>
              </a:rPr>
              <a:t>03</a:t>
            </a:r>
          </a:p>
        </p:txBody>
      </p:sp>
      <p:sp>
        <p:nvSpPr>
          <p:cNvPr id="12" name="paper-33-text-011">
            <a:extLst xmlns:a="http://schemas.openxmlformats.org/drawingml/2006/main">
              <a:ext uri="{FF2B5EF4-FFF2-40B4-BE49-F238E27FC236}">
                <a16:creationId xmlns:a16="http://schemas.microsoft.com/office/drawing/2014/main" id="{8DC305FB-24A8-40E6-A44C-1D32233ECB94}"/>
              </a:ext>
            </a:extLst>
          </p:cNvPr>
          <p:cNvSpPr>
            <a:spLocks xmlns:a="http://schemas.openxmlformats.org/drawingml/2006/main" noGrp="1"/>
          </p:cNvSpPr>
          <p:nvPr/>
        </p:nvSpPr>
        <p:spPr>
          <a:xfrm xmlns:a="http://schemas.openxmlformats.org/drawingml/2006/main">
            <a:off x="7196882" y="2828782"/>
            <a:ext cx="1356015"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FFFFFF"/>
                </a:solidFill>
                <a:latin typeface="Noto Sans KR"/>
                <a:ea typeface="Noto Sans KR"/>
                <a:cs typeface="Noto Sans KR"/>
              </a:defRPr>
            </a:pPr>
            <a:r>
              <a:rPr sz="2175" b="0" i="0">
                <a:solidFill>
                  <a:srgbClr val="FFFFFF"/>
                </a:solidFill>
                <a:latin typeface="Noto Sans KR"/>
                <a:ea typeface="Noto Sans KR"/>
                <a:cs typeface="Noto Sans KR"/>
              </a:rPr>
              <a:t>반복 사용</a:t>
            </a:r>
          </a:p>
        </p:txBody>
      </p:sp>
      <p:sp>
        <p:nvSpPr>
          <p:cNvPr id="13" name="paper-33-text-012">
            <a:extLst xmlns:a="http://schemas.openxmlformats.org/drawingml/2006/main">
              <a:ext uri="{FF2B5EF4-FFF2-40B4-BE49-F238E27FC236}">
                <a16:creationId xmlns:a16="http://schemas.microsoft.com/office/drawing/2014/main" id="{1486F4FF-41A4-417F-BD65-AB444EC38596}"/>
              </a:ext>
            </a:extLst>
          </p:cNvPr>
          <p:cNvSpPr>
            <a:spLocks xmlns:a="http://schemas.openxmlformats.org/drawingml/2006/main" noGrp="1"/>
          </p:cNvSpPr>
          <p:nvPr/>
        </p:nvSpPr>
        <p:spPr>
          <a:xfrm xmlns:a="http://schemas.openxmlformats.org/drawingml/2006/main">
            <a:off x="8872728" y="2762250"/>
            <a:ext cx="542544"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i="0">
                <a:solidFill>
                  <a:srgbClr val="9AA0A6"/>
                </a:solidFill>
                <a:latin typeface="Noto Sans KR"/>
                <a:ea typeface="Noto Sans KR"/>
                <a:cs typeface="Noto Sans KR"/>
              </a:defRPr>
            </a:pPr>
            <a:r>
              <a:rPr sz="1950" b="0" i="0">
                <a:solidFill>
                  <a:srgbClr val="9AA0A6"/>
                </a:solidFill>
                <a:latin typeface="Noto Sans KR"/>
                <a:ea typeface="Noto Sans KR"/>
                <a:cs typeface="Noto Sans KR"/>
              </a:rPr>
              <a:t>→</a:t>
            </a:r>
          </a:p>
        </p:txBody>
      </p:sp>
      <p:sp>
        <p:nvSpPr>
          <p:cNvPr id="14" name="paper-33-text-013">
            <a:extLst xmlns:a="http://schemas.openxmlformats.org/drawingml/2006/main">
              <a:ext uri="{FF2B5EF4-FFF2-40B4-BE49-F238E27FC236}">
                <a16:creationId xmlns:a16="http://schemas.microsoft.com/office/drawing/2014/main" id="{8C405BDD-5239-4D8D-9E79-9E0B4AC5B972}"/>
              </a:ext>
            </a:extLst>
          </p:cNvPr>
          <p:cNvSpPr>
            <a:spLocks xmlns:a="http://schemas.openxmlformats.org/drawingml/2006/main" noGrp="1"/>
          </p:cNvSpPr>
          <p:nvPr/>
        </p:nvSpPr>
        <p:spPr>
          <a:xfrm xmlns:a="http://schemas.openxmlformats.org/drawingml/2006/main">
            <a:off x="10430619" y="2581275"/>
            <a:ext cx="36412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02124"/>
                </a:solidFill>
                <a:latin typeface="Arial"/>
                <a:ea typeface="Arial"/>
                <a:cs typeface="Arial"/>
              </a:defRPr>
            </a:pPr>
            <a:r>
              <a:rPr sz="1350" b="0" i="0">
                <a:solidFill>
                  <a:srgbClr val="202124"/>
                </a:solidFill>
                <a:latin typeface="Arial"/>
                <a:ea typeface="Arial"/>
                <a:cs typeface="Arial"/>
              </a:rPr>
              <a:t>04</a:t>
            </a:r>
          </a:p>
        </p:txBody>
      </p:sp>
      <p:sp>
        <p:nvSpPr>
          <p:cNvPr id="15" name="paper-33-text-014">
            <a:extLst xmlns:a="http://schemas.openxmlformats.org/drawingml/2006/main">
              <a:ext uri="{FF2B5EF4-FFF2-40B4-BE49-F238E27FC236}">
                <a16:creationId xmlns:a16="http://schemas.microsoft.com/office/drawing/2014/main" id="{47062D18-6468-41FF-A9C2-E6B1999DF1B3}"/>
              </a:ext>
            </a:extLst>
          </p:cNvPr>
          <p:cNvSpPr>
            <a:spLocks xmlns:a="http://schemas.openxmlformats.org/drawingml/2006/main" noGrp="1"/>
          </p:cNvSpPr>
          <p:nvPr/>
        </p:nvSpPr>
        <p:spPr>
          <a:xfrm xmlns:a="http://schemas.openxmlformats.org/drawingml/2006/main">
            <a:off x="9685288" y="2828782"/>
            <a:ext cx="1941653"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고급 기능 수요</a:t>
            </a:r>
          </a:p>
        </p:txBody>
      </p:sp>
      <p:sp>
        <p:nvSpPr>
          <p:cNvPr id="16" name="paper-33-text-015">
            <a:extLst xmlns:a="http://schemas.openxmlformats.org/drawingml/2006/main">
              <a:ext uri="{FF2B5EF4-FFF2-40B4-BE49-F238E27FC236}">
                <a16:creationId xmlns:a16="http://schemas.microsoft.com/office/drawing/2014/main" id="{D6353519-4D68-48A7-8759-B49DA95B3977}"/>
              </a:ext>
            </a:extLst>
          </p:cNvPr>
          <p:cNvSpPr>
            <a:spLocks xmlns:a="http://schemas.openxmlformats.org/drawingml/2006/main" noGrp="1"/>
          </p:cNvSpPr>
          <p:nvPr/>
        </p:nvSpPr>
        <p:spPr>
          <a:xfrm xmlns:a="http://schemas.openxmlformats.org/drawingml/2006/main">
            <a:off x="11654028" y="2762250"/>
            <a:ext cx="542544"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i="0">
                <a:solidFill>
                  <a:srgbClr val="9AA0A6"/>
                </a:solidFill>
                <a:latin typeface="Noto Sans KR"/>
                <a:ea typeface="Noto Sans KR"/>
                <a:cs typeface="Noto Sans KR"/>
              </a:defRPr>
            </a:pPr>
            <a:r>
              <a:rPr sz="1950" b="0" i="0">
                <a:solidFill>
                  <a:srgbClr val="9AA0A6"/>
                </a:solidFill>
                <a:latin typeface="Noto Sans KR"/>
                <a:ea typeface="Noto Sans KR"/>
                <a:cs typeface="Noto Sans KR"/>
              </a:rPr>
              <a:t>→</a:t>
            </a:r>
          </a:p>
        </p:txBody>
      </p:sp>
      <p:sp>
        <p:nvSpPr>
          <p:cNvPr id="17" name="paper-33-text-016">
            <a:extLst xmlns:a="http://schemas.openxmlformats.org/drawingml/2006/main">
              <a:ext uri="{FF2B5EF4-FFF2-40B4-BE49-F238E27FC236}">
                <a16:creationId xmlns:a16="http://schemas.microsoft.com/office/drawing/2014/main" id="{B916F10D-0B32-40A1-BED0-8719226BCD5A}"/>
              </a:ext>
            </a:extLst>
          </p:cNvPr>
          <p:cNvSpPr>
            <a:spLocks xmlns:a="http://schemas.openxmlformats.org/drawingml/2006/main" noGrp="1"/>
          </p:cNvSpPr>
          <p:nvPr/>
        </p:nvSpPr>
        <p:spPr>
          <a:xfrm xmlns:a="http://schemas.openxmlformats.org/drawingml/2006/main">
            <a:off x="13211919" y="2581275"/>
            <a:ext cx="36412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02124"/>
                </a:solidFill>
                <a:latin typeface="Arial"/>
                <a:ea typeface="Arial"/>
                <a:cs typeface="Arial"/>
              </a:defRPr>
            </a:pPr>
            <a:r>
              <a:rPr sz="1350" b="0" i="0">
                <a:solidFill>
                  <a:srgbClr val="202124"/>
                </a:solidFill>
                <a:latin typeface="Arial"/>
                <a:ea typeface="Arial"/>
                <a:cs typeface="Arial"/>
              </a:rPr>
              <a:t>05</a:t>
            </a:r>
          </a:p>
        </p:txBody>
      </p:sp>
      <p:sp>
        <p:nvSpPr>
          <p:cNvPr id="18" name="paper-33-text-017">
            <a:extLst xmlns:a="http://schemas.openxmlformats.org/drawingml/2006/main">
              <a:ext uri="{FF2B5EF4-FFF2-40B4-BE49-F238E27FC236}">
                <a16:creationId xmlns:a16="http://schemas.microsoft.com/office/drawing/2014/main" id="{61CFB097-E993-406F-BD00-BAF2EE66DF75}"/>
              </a:ext>
            </a:extLst>
          </p:cNvPr>
          <p:cNvSpPr>
            <a:spLocks xmlns:a="http://schemas.openxmlformats.org/drawingml/2006/main" noGrp="1"/>
          </p:cNvSpPr>
          <p:nvPr/>
        </p:nvSpPr>
        <p:spPr>
          <a:xfrm xmlns:a="http://schemas.openxmlformats.org/drawingml/2006/main">
            <a:off x="12466588" y="2828782"/>
            <a:ext cx="1941653"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유료 구독 전환</a:t>
            </a:r>
          </a:p>
        </p:txBody>
      </p:sp>
      <p:sp>
        <p:nvSpPr>
          <p:cNvPr id="19" name="paper-33-text-018">
            <a:extLst xmlns:a="http://schemas.openxmlformats.org/drawingml/2006/main">
              <a:ext uri="{FF2B5EF4-FFF2-40B4-BE49-F238E27FC236}">
                <a16:creationId xmlns:a16="http://schemas.microsoft.com/office/drawing/2014/main" id="{0A032A07-85D9-426D-9C51-36FF6B3836DE}"/>
              </a:ext>
            </a:extLst>
          </p:cNvPr>
          <p:cNvSpPr>
            <a:spLocks xmlns:a="http://schemas.openxmlformats.org/drawingml/2006/main" noGrp="1"/>
          </p:cNvSpPr>
          <p:nvPr/>
        </p:nvSpPr>
        <p:spPr>
          <a:xfrm xmlns:a="http://schemas.openxmlformats.org/drawingml/2006/main">
            <a:off x="14435328" y="2762250"/>
            <a:ext cx="542544"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i="0">
                <a:solidFill>
                  <a:srgbClr val="9AA0A6"/>
                </a:solidFill>
                <a:latin typeface="Noto Sans KR"/>
                <a:ea typeface="Noto Sans KR"/>
                <a:cs typeface="Noto Sans KR"/>
              </a:defRPr>
            </a:pPr>
            <a:r>
              <a:rPr sz="1950" b="0" i="0">
                <a:solidFill>
                  <a:srgbClr val="9AA0A6"/>
                </a:solidFill>
                <a:latin typeface="Noto Sans KR"/>
                <a:ea typeface="Noto Sans KR"/>
                <a:cs typeface="Noto Sans KR"/>
              </a:rPr>
              <a:t>→</a:t>
            </a:r>
          </a:p>
        </p:txBody>
      </p:sp>
      <p:sp>
        <p:nvSpPr>
          <p:cNvPr id="20" name="paper-33-text-019">
            <a:extLst xmlns:a="http://schemas.openxmlformats.org/drawingml/2006/main">
              <a:ext uri="{FF2B5EF4-FFF2-40B4-BE49-F238E27FC236}">
                <a16:creationId xmlns:a16="http://schemas.microsoft.com/office/drawing/2014/main" id="{3DBB5067-98E6-4C54-8225-17D78DE1227C}"/>
              </a:ext>
            </a:extLst>
          </p:cNvPr>
          <p:cNvSpPr>
            <a:spLocks xmlns:a="http://schemas.openxmlformats.org/drawingml/2006/main" noGrp="1"/>
          </p:cNvSpPr>
          <p:nvPr/>
        </p:nvSpPr>
        <p:spPr>
          <a:xfrm xmlns:a="http://schemas.openxmlformats.org/drawingml/2006/main">
            <a:off x="15993219" y="2581275"/>
            <a:ext cx="36412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FFFFFF"/>
                </a:solidFill>
                <a:latin typeface="Arial"/>
                <a:ea typeface="Arial"/>
                <a:cs typeface="Arial"/>
              </a:defRPr>
            </a:pPr>
            <a:r>
              <a:rPr sz="1350" b="0" i="0">
                <a:solidFill>
                  <a:srgbClr val="FFFFFF"/>
                </a:solidFill>
                <a:latin typeface="Arial"/>
                <a:ea typeface="Arial"/>
                <a:cs typeface="Arial"/>
              </a:rPr>
              <a:t>06</a:t>
            </a:r>
          </a:p>
        </p:txBody>
      </p:sp>
      <p:sp>
        <p:nvSpPr>
          <p:cNvPr id="21" name="paper-33-text-020">
            <a:extLst xmlns:a="http://schemas.openxmlformats.org/drawingml/2006/main">
              <a:ext uri="{FF2B5EF4-FFF2-40B4-BE49-F238E27FC236}">
                <a16:creationId xmlns:a16="http://schemas.microsoft.com/office/drawing/2014/main" id="{2452F0B6-861C-42DD-9DCB-BBCE36506E82}"/>
              </a:ext>
            </a:extLst>
          </p:cNvPr>
          <p:cNvSpPr>
            <a:spLocks xmlns:a="http://schemas.openxmlformats.org/drawingml/2006/main" noGrp="1"/>
          </p:cNvSpPr>
          <p:nvPr/>
        </p:nvSpPr>
        <p:spPr>
          <a:xfrm xmlns:a="http://schemas.openxmlformats.org/drawingml/2006/main">
            <a:off x="15540782" y="2828782"/>
            <a:ext cx="1356015"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FFFFFF"/>
                </a:solidFill>
                <a:latin typeface="Noto Sans KR"/>
                <a:ea typeface="Noto Sans KR"/>
                <a:cs typeface="Noto Sans KR"/>
              </a:defRPr>
            </a:pPr>
            <a:r>
              <a:rPr sz="2175" b="0" i="0">
                <a:solidFill>
                  <a:srgbClr val="FFFFFF"/>
                </a:solidFill>
                <a:latin typeface="Noto Sans KR"/>
                <a:ea typeface="Noto Sans KR"/>
                <a:cs typeface="Noto Sans KR"/>
              </a:rPr>
              <a:t>구독 매출</a:t>
            </a:r>
          </a:p>
        </p:txBody>
      </p:sp>
      <p:sp>
        <p:nvSpPr>
          <p:cNvPr id="22" name="paper-33-text-021">
            <a:extLst xmlns:a="http://schemas.openxmlformats.org/drawingml/2006/main">
              <a:ext uri="{FF2B5EF4-FFF2-40B4-BE49-F238E27FC236}">
                <a16:creationId xmlns:a16="http://schemas.microsoft.com/office/drawing/2014/main" id="{88592349-4CC6-47FC-AC10-6AF4D58C110C}"/>
              </a:ext>
            </a:extLst>
          </p:cNvPr>
          <p:cNvSpPr>
            <a:spLocks xmlns:a="http://schemas.openxmlformats.org/drawingml/2006/main" noGrp="1"/>
          </p:cNvSpPr>
          <p:nvPr/>
        </p:nvSpPr>
        <p:spPr>
          <a:xfrm xmlns:a="http://schemas.openxmlformats.org/drawingml/2006/main">
            <a:off x="1247775" y="4227957"/>
            <a:ext cx="7440549" cy="4808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1A73E8"/>
                </a:solidFill>
                <a:latin typeface="Noto Sans KR"/>
                <a:ea typeface="Noto Sans KR"/>
                <a:cs typeface="Noto Sans KR"/>
              </a:defRPr>
            </a:pPr>
            <a:r>
              <a:rPr sz="2400" b="0" i="0">
                <a:solidFill>
                  <a:srgbClr val="1A73E8"/>
                </a:solidFill>
                <a:latin typeface="Noto Sans KR"/>
                <a:ea typeface="Noto Sans KR"/>
                <a:cs typeface="Noto Sans KR"/>
              </a:rPr>
              <a:t>무료 기능으로 사용 습관 확보</a:t>
            </a:r>
          </a:p>
        </p:txBody>
      </p:sp>
      <p:sp>
        <p:nvSpPr>
          <p:cNvPr id="23" name="paper-33-text-022">
            <a:extLst xmlns:a="http://schemas.openxmlformats.org/drawingml/2006/main">
              <a:ext uri="{FF2B5EF4-FFF2-40B4-BE49-F238E27FC236}">
                <a16:creationId xmlns:a16="http://schemas.microsoft.com/office/drawing/2014/main" id="{03116653-C119-4FA7-934C-6088B9D4DDF5}"/>
              </a:ext>
            </a:extLst>
          </p:cNvPr>
          <p:cNvSpPr>
            <a:spLocks xmlns:a="http://schemas.openxmlformats.org/drawingml/2006/main" noGrp="1"/>
          </p:cNvSpPr>
          <p:nvPr/>
        </p:nvSpPr>
        <p:spPr>
          <a:xfrm xmlns:a="http://schemas.openxmlformats.org/drawingml/2006/main">
            <a:off x="1247775" y="4819650"/>
            <a:ext cx="7398639"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기본 투자 작업을 무료로 제공</a:t>
            </a:r>
          </a:p>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알람·그래프 사용량에 기본 한도 설정</a:t>
            </a:r>
          </a:p>
        </p:txBody>
      </p:sp>
      <p:sp>
        <p:nvSpPr>
          <p:cNvPr id="24" name="paper-33-text-023">
            <a:extLst xmlns:a="http://schemas.openxmlformats.org/drawingml/2006/main">
              <a:ext uri="{FF2B5EF4-FFF2-40B4-BE49-F238E27FC236}">
                <a16:creationId xmlns:a16="http://schemas.microsoft.com/office/drawing/2014/main" id="{762657BE-0A2A-4F27-8BAE-B7B59856F955}"/>
              </a:ext>
            </a:extLst>
          </p:cNvPr>
          <p:cNvSpPr>
            <a:spLocks xmlns:a="http://schemas.openxmlformats.org/drawingml/2006/main" noGrp="1"/>
          </p:cNvSpPr>
          <p:nvPr/>
        </p:nvSpPr>
        <p:spPr>
          <a:xfrm xmlns:a="http://schemas.openxmlformats.org/drawingml/2006/main">
            <a:off x="9486900" y="4227957"/>
            <a:ext cx="7821549" cy="4808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202124"/>
                </a:solidFill>
                <a:latin typeface="Noto Sans KR"/>
                <a:ea typeface="Noto Sans KR"/>
                <a:cs typeface="Noto Sans KR"/>
              </a:defRPr>
            </a:pPr>
            <a:r>
              <a:rPr sz="2400" b="0" i="0">
                <a:solidFill>
                  <a:srgbClr val="202124"/>
                </a:solidFill>
                <a:latin typeface="Noto Sans KR"/>
                <a:ea typeface="Noto Sans KR"/>
                <a:cs typeface="Noto Sans KR"/>
              </a:rPr>
              <a:t>유료 기능과 사용량으로 구독 전환</a:t>
            </a:r>
          </a:p>
        </p:txBody>
      </p:sp>
      <p:sp>
        <p:nvSpPr>
          <p:cNvPr id="25" name="paper-33-text-024">
            <a:extLst xmlns:a="http://schemas.openxmlformats.org/drawingml/2006/main">
              <a:ext uri="{FF2B5EF4-FFF2-40B4-BE49-F238E27FC236}">
                <a16:creationId xmlns:a16="http://schemas.microsoft.com/office/drawing/2014/main" id="{0B613244-CC76-447B-80A2-0AC49A1033E9}"/>
              </a:ext>
            </a:extLst>
          </p:cNvPr>
          <p:cNvSpPr>
            <a:spLocks xmlns:a="http://schemas.openxmlformats.org/drawingml/2006/main" noGrp="1"/>
          </p:cNvSpPr>
          <p:nvPr/>
        </p:nvSpPr>
        <p:spPr>
          <a:xfrm xmlns:a="http://schemas.openxmlformats.org/drawingml/2006/main">
            <a:off x="9486900" y="4819650"/>
            <a:ext cx="7779639"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팔라스 이용 · 더 많은 알람 · 그래프 무제한</a:t>
            </a:r>
          </a:p>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고급 기능을 반복 사용하는 고객의 구독 매출</a:t>
            </a:r>
          </a:p>
        </p:txBody>
      </p:sp>
      <p:sp>
        <p:nvSpPr>
          <p:cNvPr id="26" name="paper-33-text-025">
            <a:extLst xmlns:a="http://schemas.openxmlformats.org/drawingml/2006/main">
              <a:ext uri="{FF2B5EF4-FFF2-40B4-BE49-F238E27FC236}">
                <a16:creationId xmlns:a16="http://schemas.microsoft.com/office/drawing/2014/main" id="{7DC6DB8D-7F60-4013-B4F4-CA903DBEBD86}"/>
              </a:ext>
            </a:extLst>
          </p:cNvPr>
          <p:cNvSpPr>
            <a:spLocks xmlns:a="http://schemas.openxmlformats.org/drawingml/2006/main" noGrp="1"/>
          </p:cNvSpPr>
          <p:nvPr/>
        </p:nvSpPr>
        <p:spPr>
          <a:xfrm xmlns:a="http://schemas.openxmlformats.org/drawingml/2006/main">
            <a:off x="942975" y="6895957"/>
            <a:ext cx="407212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기본 기능 · 무료</a:t>
            </a:r>
          </a:p>
        </p:txBody>
      </p:sp>
      <p:sp>
        <p:nvSpPr>
          <p:cNvPr id="27" name="paper-33-text-026">
            <a:extLst xmlns:a="http://schemas.openxmlformats.org/drawingml/2006/main">
              <a:ext uri="{FF2B5EF4-FFF2-40B4-BE49-F238E27FC236}">
                <a16:creationId xmlns:a16="http://schemas.microsoft.com/office/drawing/2014/main" id="{A6B38969-DB7D-40A3-92DF-0876FAF9EAD0}"/>
              </a:ext>
            </a:extLst>
          </p:cNvPr>
          <p:cNvSpPr>
            <a:spLocks xmlns:a="http://schemas.openxmlformats.org/drawingml/2006/main" noGrp="1"/>
          </p:cNvSpPr>
          <p:nvPr/>
        </p:nvSpPr>
        <p:spPr>
          <a:xfrm xmlns:a="http://schemas.openxmlformats.org/drawingml/2006/main">
            <a:off x="942975" y="7467600"/>
            <a:ext cx="4038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핵심 투자 기능을 경험</a:t>
            </a:r>
          </a:p>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기본 사용량 안에서 이용</a:t>
            </a:r>
          </a:p>
        </p:txBody>
      </p:sp>
      <p:sp>
        <p:nvSpPr>
          <p:cNvPr id="28" name="paper-33-text-027">
            <a:extLst xmlns:a="http://schemas.openxmlformats.org/drawingml/2006/main">
              <a:ext uri="{FF2B5EF4-FFF2-40B4-BE49-F238E27FC236}">
                <a16:creationId xmlns:a16="http://schemas.microsoft.com/office/drawing/2014/main" id="{E8F3C0BF-652B-4EDF-A749-9B2CA0CBEF26}"/>
              </a:ext>
            </a:extLst>
          </p:cNvPr>
          <p:cNvSpPr>
            <a:spLocks xmlns:a="http://schemas.openxmlformats.org/drawingml/2006/main" noGrp="1"/>
          </p:cNvSpPr>
          <p:nvPr/>
        </p:nvSpPr>
        <p:spPr>
          <a:xfrm xmlns:a="http://schemas.openxmlformats.org/drawingml/2006/main">
            <a:off x="5133975" y="6895957"/>
            <a:ext cx="407212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팔라스 · 유료</a:t>
            </a:r>
          </a:p>
        </p:txBody>
      </p:sp>
      <p:sp>
        <p:nvSpPr>
          <p:cNvPr id="29" name="paper-33-text-028">
            <a:extLst xmlns:a="http://schemas.openxmlformats.org/drawingml/2006/main">
              <a:ext uri="{FF2B5EF4-FFF2-40B4-BE49-F238E27FC236}">
                <a16:creationId xmlns:a16="http://schemas.microsoft.com/office/drawing/2014/main" id="{D77ADFD6-B9A1-497B-8CEE-6F1AAAA49C23}"/>
              </a:ext>
            </a:extLst>
          </p:cNvPr>
          <p:cNvSpPr>
            <a:spLocks xmlns:a="http://schemas.openxmlformats.org/drawingml/2006/main" noGrp="1"/>
          </p:cNvSpPr>
          <p:nvPr/>
        </p:nvSpPr>
        <p:spPr>
          <a:xfrm xmlns:a="http://schemas.openxmlformats.org/drawingml/2006/main">
            <a:off x="5133975" y="7467600"/>
            <a:ext cx="4038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유료 구독 고객에게 제공</a:t>
            </a:r>
          </a:p>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고급 작업 기능을 구독 가치로</a:t>
            </a:r>
          </a:p>
        </p:txBody>
      </p:sp>
      <p:sp>
        <p:nvSpPr>
          <p:cNvPr id="30" name="paper-33-text-029">
            <a:extLst xmlns:a="http://schemas.openxmlformats.org/drawingml/2006/main">
              <a:ext uri="{FF2B5EF4-FFF2-40B4-BE49-F238E27FC236}">
                <a16:creationId xmlns:a16="http://schemas.microsoft.com/office/drawing/2014/main" id="{DEE17C57-EB14-494C-9423-6BB723F0867B}"/>
              </a:ext>
            </a:extLst>
          </p:cNvPr>
          <p:cNvSpPr>
            <a:spLocks xmlns:a="http://schemas.openxmlformats.org/drawingml/2006/main" noGrp="1"/>
          </p:cNvSpPr>
          <p:nvPr/>
        </p:nvSpPr>
        <p:spPr>
          <a:xfrm xmlns:a="http://schemas.openxmlformats.org/drawingml/2006/main">
            <a:off x="9324975" y="6895957"/>
            <a:ext cx="407212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알람 확대 · 유료</a:t>
            </a:r>
          </a:p>
        </p:txBody>
      </p:sp>
      <p:sp>
        <p:nvSpPr>
          <p:cNvPr id="31" name="paper-33-text-030">
            <a:extLst xmlns:a="http://schemas.openxmlformats.org/drawingml/2006/main">
              <a:ext uri="{FF2B5EF4-FFF2-40B4-BE49-F238E27FC236}">
                <a16:creationId xmlns:a16="http://schemas.microsoft.com/office/drawing/2014/main" id="{5E05D6E1-DA2B-41BC-9746-043E83FA00EB}"/>
              </a:ext>
            </a:extLst>
          </p:cNvPr>
          <p:cNvSpPr>
            <a:spLocks xmlns:a="http://schemas.openxmlformats.org/drawingml/2006/main" noGrp="1"/>
          </p:cNvSpPr>
          <p:nvPr/>
        </p:nvSpPr>
        <p:spPr>
          <a:xfrm xmlns:a="http://schemas.openxmlformats.org/drawingml/2006/main">
            <a:off x="9324975" y="7467600"/>
            <a:ext cx="4038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무료 알람 개수에 한도 설정</a:t>
            </a:r>
          </a:p>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유료 구독에서 등록 개수 확대</a:t>
            </a:r>
          </a:p>
        </p:txBody>
      </p:sp>
      <p:sp>
        <p:nvSpPr>
          <p:cNvPr id="32" name="paper-33-text-031">
            <a:extLst xmlns:a="http://schemas.openxmlformats.org/drawingml/2006/main">
              <a:ext uri="{FF2B5EF4-FFF2-40B4-BE49-F238E27FC236}">
                <a16:creationId xmlns:a16="http://schemas.microsoft.com/office/drawing/2014/main" id="{938BE8D1-4BFA-4444-B0C8-2557BEC8C3F7}"/>
              </a:ext>
            </a:extLst>
          </p:cNvPr>
          <p:cNvSpPr>
            <a:spLocks xmlns:a="http://schemas.openxmlformats.org/drawingml/2006/main" noGrp="1"/>
          </p:cNvSpPr>
          <p:nvPr/>
        </p:nvSpPr>
        <p:spPr>
          <a:xfrm xmlns:a="http://schemas.openxmlformats.org/drawingml/2006/main">
            <a:off x="13515975" y="6895957"/>
            <a:ext cx="4072128"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i="0">
                <a:solidFill>
                  <a:srgbClr val="202124"/>
                </a:solidFill>
                <a:latin typeface="Noto Sans KR"/>
                <a:ea typeface="Noto Sans KR"/>
                <a:cs typeface="Noto Sans KR"/>
              </a:defRPr>
            </a:pPr>
            <a:r>
              <a:rPr sz="2175" b="0" i="0">
                <a:solidFill>
                  <a:srgbClr val="202124"/>
                </a:solidFill>
                <a:latin typeface="Noto Sans KR"/>
                <a:ea typeface="Noto Sans KR"/>
                <a:cs typeface="Noto Sans KR"/>
              </a:rPr>
              <a:t>그래프 무제한 · 유료</a:t>
            </a:r>
          </a:p>
        </p:txBody>
      </p:sp>
      <p:sp>
        <p:nvSpPr>
          <p:cNvPr id="33" name="paper-33-text-032">
            <a:extLst xmlns:a="http://schemas.openxmlformats.org/drawingml/2006/main">
              <a:ext uri="{FF2B5EF4-FFF2-40B4-BE49-F238E27FC236}">
                <a16:creationId xmlns:a16="http://schemas.microsoft.com/office/drawing/2014/main" id="{A8D73E07-DE81-4482-9222-DCA4A8D2C4A8}"/>
              </a:ext>
            </a:extLst>
          </p:cNvPr>
          <p:cNvSpPr>
            <a:spLocks xmlns:a="http://schemas.openxmlformats.org/drawingml/2006/main" noGrp="1"/>
          </p:cNvSpPr>
          <p:nvPr/>
        </p:nvSpPr>
        <p:spPr>
          <a:xfrm xmlns:a="http://schemas.openxmlformats.org/drawingml/2006/main">
            <a:off x="13515975" y="7467600"/>
            <a:ext cx="4038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무료 그래프 생성량에 한도</a:t>
            </a:r>
          </a:p>
          <a:p xmlns:a="http://schemas.openxmlformats.org/drawingml/2006/main">
            <a:pPr algn="l">
              <a:defRPr sz="1875" b="0" i="0">
                <a:solidFill>
                  <a:srgbClr val="5F6368"/>
                </a:solidFill>
                <a:latin typeface="Noto Sans KR"/>
                <a:ea typeface="Noto Sans KR"/>
                <a:cs typeface="Noto Sans KR"/>
              </a:defRPr>
            </a:pPr>
            <a:r>
              <a:rPr sz="1875" b="0" i="0">
                <a:solidFill>
                  <a:srgbClr val="5F6368"/>
                </a:solidFill>
                <a:latin typeface="Noto Sans KR"/>
                <a:ea typeface="Noto Sans KR"/>
                <a:cs typeface="Noto Sans KR"/>
              </a:rPr>
              <a:t>유료 구독에서 무제한 생성</a:t>
            </a:r>
          </a:p>
        </p:txBody>
      </p:sp>
      <p:sp>
        <p:nvSpPr>
          <p:cNvPr id="34" name="paper-33-text-033">
            <a:extLst xmlns:a="http://schemas.openxmlformats.org/drawingml/2006/main">
              <a:ext uri="{FF2B5EF4-FFF2-40B4-BE49-F238E27FC236}">
                <a16:creationId xmlns:a16="http://schemas.microsoft.com/office/drawing/2014/main" id="{8906119D-EE27-4F42-9669-7269441EBF61}"/>
              </a:ext>
            </a:extLst>
          </p:cNvPr>
          <p:cNvSpPr>
            <a:spLocks xmlns:a="http://schemas.openxmlformats.org/drawingml/2006/main" noGrp="1"/>
          </p:cNvSpPr>
          <p:nvPr/>
        </p:nvSpPr>
        <p:spPr>
          <a:xfrm xmlns:a="http://schemas.openxmlformats.org/drawingml/2006/main">
            <a:off x="942975" y="9686925"/>
            <a:ext cx="507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서비스 과금 구상 · 무료·유료 기능과 사용량에 따른 구독 전환</a:t>
            </a:r>
          </a:p>
        </p:txBody>
      </p:sp>
      <p:sp>
        <p:nvSpPr>
          <p:cNvPr id="35" name="paper-33-text-034">
            <a:extLst xmlns:a="http://schemas.openxmlformats.org/drawingml/2006/main">
              <a:ext uri="{FF2B5EF4-FFF2-40B4-BE49-F238E27FC236}">
                <a16:creationId xmlns:a16="http://schemas.microsoft.com/office/drawing/2014/main" id="{BE6050A9-DA3C-4991-BB13-43D64C23D101}"/>
              </a:ext>
            </a:extLst>
          </p:cNvPr>
          <p:cNvSpPr>
            <a:spLocks xmlns:a="http://schemas.openxmlformats.org/drawingml/2006/main" noGrp="1"/>
          </p:cNvSpPr>
          <p:nvPr/>
        </p:nvSpPr>
        <p:spPr>
          <a:xfrm xmlns:a="http://schemas.openxmlformats.org/drawingml/2006/main">
            <a:off x="16205597" y="9686925"/>
            <a:ext cx="131087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ATHENA　02</a:t>
            </a:r>
          </a:p>
        </p:txBody>
      </p:sp>
    </p:spTree>
    <p:extLst>
      <p:ext uri="{BB962C8B-B14F-4D97-AF65-F5344CB8AC3E}">
        <p14:creationId xmlns:p14="http://schemas.microsoft.com/office/powerpoint/2010/main" val="116601405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276e48dcd664b1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4-text-001">
            <a:extLst xmlns:a="http://schemas.openxmlformats.org/drawingml/2006/main">
              <a:ext uri="{FF2B5EF4-FFF2-40B4-BE49-F238E27FC236}">
                <a16:creationId xmlns:a16="http://schemas.microsoft.com/office/drawing/2014/main" id="{8C9EA786-B930-449A-B650-CA6336B0A6F6}"/>
              </a:ext>
            </a:extLst>
          </p:cNvPr>
          <p:cNvSpPr>
            <a:spLocks xmlns:a="http://schemas.openxmlformats.org/drawingml/2006/main" noGrp="1"/>
          </p:cNvSpPr>
          <p:nvPr/>
        </p:nvSpPr>
        <p:spPr>
          <a:xfrm xmlns:a="http://schemas.openxmlformats.org/drawingml/2006/main">
            <a:off x="942975" y="204788"/>
            <a:ext cx="493579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i="0">
                <a:solidFill>
                  <a:srgbClr val="1A73E8"/>
                </a:solidFill>
                <a:latin typeface="Arial"/>
                <a:ea typeface="Arial"/>
                <a:cs typeface="Arial"/>
              </a:defRPr>
            </a:pPr>
            <a:r>
              <a:rPr sz="1650" b="1" i="0">
                <a:solidFill>
                  <a:srgbClr val="1A73E8"/>
                </a:solidFill>
                <a:latin typeface="Arial"/>
                <a:ea typeface="Arial"/>
                <a:cs typeface="Arial"/>
              </a:rPr>
              <a:t>BUSINESS CASE 02 · MODEL DEVELOPMENT</a:t>
            </a:r>
          </a:p>
        </p:txBody>
      </p:sp>
      <p:sp>
        <p:nvSpPr>
          <p:cNvPr id="3" name="paper-34-text-002">
            <a:extLst xmlns:a="http://schemas.openxmlformats.org/drawingml/2006/main">
              <a:ext uri="{FF2B5EF4-FFF2-40B4-BE49-F238E27FC236}">
                <a16:creationId xmlns:a16="http://schemas.microsoft.com/office/drawing/2014/main" id="{5ECF6DEF-C27B-4896-B73F-21B2B586B278}"/>
              </a:ext>
            </a:extLst>
          </p:cNvPr>
          <p:cNvSpPr>
            <a:spLocks xmlns:a="http://schemas.openxmlformats.org/drawingml/2006/main" noGrp="1"/>
          </p:cNvSpPr>
          <p:nvPr/>
        </p:nvSpPr>
        <p:spPr>
          <a:xfrm xmlns:a="http://schemas.openxmlformats.org/drawingml/2006/main">
            <a:off x="15396865" y="204788"/>
            <a:ext cx="211961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JEV · BLOOMBERGGPT</a:t>
            </a:r>
          </a:p>
        </p:txBody>
      </p:sp>
      <p:sp>
        <p:nvSpPr>
          <p:cNvPr id="4" name="paper-34-text-003">
            <a:extLst xmlns:a="http://schemas.openxmlformats.org/drawingml/2006/main">
              <a:ext uri="{FF2B5EF4-FFF2-40B4-BE49-F238E27FC236}">
                <a16:creationId xmlns:a16="http://schemas.microsoft.com/office/drawing/2014/main" id="{3C703826-0566-493E-9021-FF2AEA746E5F}"/>
              </a:ext>
            </a:extLst>
          </p:cNvPr>
          <p:cNvSpPr>
            <a:spLocks xmlns:a="http://schemas.openxmlformats.org/drawingml/2006/main" noGrp="1"/>
          </p:cNvSpPr>
          <p:nvPr/>
        </p:nvSpPr>
        <p:spPr>
          <a:xfrm xmlns:a="http://schemas.openxmlformats.org/drawingml/2006/main">
            <a:off x="942975" y="645414"/>
            <a:ext cx="16938498" cy="885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0" i="0">
                <a:solidFill>
                  <a:srgbClr val="202124"/>
                </a:solidFill>
                <a:latin typeface="Noto Sans KR"/>
                <a:ea typeface="Noto Sans KR"/>
                <a:cs typeface="Noto Sans KR"/>
              </a:defRPr>
            </a:pPr>
            <a:r>
              <a:rPr sz="4800" b="0" i="0">
                <a:solidFill>
                  <a:srgbClr val="202124"/>
                </a:solidFill>
                <a:latin typeface="Noto Sans KR"/>
                <a:ea typeface="Noto Sans KR"/>
                <a:cs typeface="Noto Sans KR"/>
              </a:rPr>
              <a:t>선택형 모델과 금융 특화 모델의 개발 사례</a:t>
            </a:r>
          </a:p>
        </p:txBody>
      </p:sp>
      <p:sp>
        <p:nvSpPr>
          <p:cNvPr id="5" name="paper-34-text-004">
            <a:extLst xmlns:a="http://schemas.openxmlformats.org/drawingml/2006/main">
              <a:ext uri="{FF2B5EF4-FFF2-40B4-BE49-F238E27FC236}">
                <a16:creationId xmlns:a16="http://schemas.microsoft.com/office/drawing/2014/main" id="{9AC496A9-F84B-470C-81A5-8FC7C894768B}"/>
              </a:ext>
            </a:extLst>
          </p:cNvPr>
          <p:cNvSpPr>
            <a:spLocks xmlns:a="http://schemas.openxmlformats.org/drawingml/2006/main" noGrp="1"/>
          </p:cNvSpPr>
          <p:nvPr/>
        </p:nvSpPr>
        <p:spPr>
          <a:xfrm xmlns:a="http://schemas.openxmlformats.org/drawingml/2006/main">
            <a:off x="942975" y="1571625"/>
            <a:ext cx="1662836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Jev는 구조화된 의사결정을, BloombergGPT는 금융 업무에 특화한 언어 처리를 보여줍니다.</a:t>
            </a:r>
          </a:p>
        </p:txBody>
      </p:sp>
      <p:sp>
        <p:nvSpPr>
          <p:cNvPr id="6" name="paper-34-text-005">
            <a:extLst xmlns:a="http://schemas.openxmlformats.org/drawingml/2006/main">
              <a:ext uri="{FF2B5EF4-FFF2-40B4-BE49-F238E27FC236}">
                <a16:creationId xmlns:a16="http://schemas.microsoft.com/office/drawing/2014/main" id="{9ADBF55A-B232-43A1-834F-281409F726A8}"/>
              </a:ext>
            </a:extLst>
          </p:cNvPr>
          <p:cNvSpPr>
            <a:spLocks xmlns:a="http://schemas.openxmlformats.org/drawingml/2006/main" noGrp="1"/>
          </p:cNvSpPr>
          <p:nvPr/>
        </p:nvSpPr>
        <p:spPr>
          <a:xfrm xmlns:a="http://schemas.openxmlformats.org/drawingml/2006/main">
            <a:off x="1323975" y="8572500"/>
            <a:ext cx="260223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i="0">
                <a:solidFill>
                  <a:srgbClr val="1A73E8"/>
                </a:solidFill>
                <a:latin typeface="Noto Sans KR"/>
                <a:ea typeface="Noto Sans KR"/>
                <a:cs typeface="Noto Sans KR"/>
              </a:defRPr>
            </a:pPr>
            <a:r>
              <a:rPr sz="1800" b="1" i="0">
                <a:solidFill>
                  <a:srgbClr val="1A73E8"/>
                </a:solidFill>
                <a:latin typeface="Noto Sans KR"/>
                <a:ea typeface="Noto Sans KR"/>
                <a:cs typeface="Noto Sans KR"/>
              </a:rPr>
              <a:t>ATHENA 적용 시사점</a:t>
            </a:r>
          </a:p>
        </p:txBody>
      </p:sp>
      <p:sp>
        <p:nvSpPr>
          <p:cNvPr id="7" name="paper-34-text-006">
            <a:extLst xmlns:a="http://schemas.openxmlformats.org/drawingml/2006/main">
              <a:ext uri="{FF2B5EF4-FFF2-40B4-BE49-F238E27FC236}">
                <a16:creationId xmlns:a16="http://schemas.microsoft.com/office/drawing/2014/main" id="{044301B4-BC18-4D0D-B666-28FB9E06671E}"/>
              </a:ext>
            </a:extLst>
          </p:cNvPr>
          <p:cNvSpPr>
            <a:spLocks xmlns:a="http://schemas.openxmlformats.org/drawingml/2006/main" noGrp="1"/>
          </p:cNvSpPr>
          <p:nvPr/>
        </p:nvSpPr>
        <p:spPr>
          <a:xfrm xmlns:a="http://schemas.openxmlformats.org/drawingml/2006/main">
            <a:off x="3705225" y="8524399"/>
            <a:ext cx="9911447"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i="0">
                <a:solidFill>
                  <a:srgbClr val="202124"/>
                </a:solidFill>
                <a:latin typeface="Noto Sans KR"/>
                <a:ea typeface="Noto Sans KR"/>
                <a:cs typeface="Noto Sans KR"/>
              </a:defRPr>
            </a:pPr>
            <a:r>
              <a:rPr sz="2250" b="0" i="0">
                <a:solidFill>
                  <a:srgbClr val="202124"/>
                </a:solidFill>
                <a:latin typeface="Noto Sans KR"/>
                <a:ea typeface="Noto Sans KR"/>
                <a:cs typeface="Noto Sans KR"/>
              </a:rPr>
              <a:t>라우팅 모델을 먼저 개발하고, 허용된 금융 데이터가 쌓이면 금융 특화 모델로 확대</a:t>
            </a:r>
          </a:p>
        </p:txBody>
      </p:sp>
      <p:sp>
        <p:nvSpPr>
          <p:cNvPr id="8" name="paper-34-text-007">
            <a:extLst xmlns:a="http://schemas.openxmlformats.org/drawingml/2006/main">
              <a:ext uri="{FF2B5EF4-FFF2-40B4-BE49-F238E27FC236}">
                <a16:creationId xmlns:a16="http://schemas.microsoft.com/office/drawing/2014/main" id="{56078CDC-FE95-42D2-B3D3-FB2419BE59A4}"/>
              </a:ext>
            </a:extLst>
          </p:cNvPr>
          <p:cNvSpPr>
            <a:spLocks xmlns:a="http://schemas.openxmlformats.org/drawingml/2006/main" noGrp="1"/>
          </p:cNvSpPr>
          <p:nvPr/>
        </p:nvSpPr>
        <p:spPr>
          <a:xfrm xmlns:a="http://schemas.openxmlformats.org/drawingml/2006/main">
            <a:off x="942975" y="9563100"/>
            <a:ext cx="713050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Sources: docs.typesafe.ai · arXiv:2303.17564 · 화면: The Rundown / Bloomberg</a:t>
            </a:r>
          </a:p>
        </p:txBody>
      </p:sp>
      <p:sp>
        <p:nvSpPr>
          <p:cNvPr id="9" name="paper-34-text-008">
            <a:extLst xmlns:a="http://schemas.openxmlformats.org/drawingml/2006/main">
              <a:ext uri="{FF2B5EF4-FFF2-40B4-BE49-F238E27FC236}">
                <a16:creationId xmlns:a16="http://schemas.microsoft.com/office/drawing/2014/main" id="{ABE96C24-1891-4D59-9AFE-C2EDD8FFB519}"/>
              </a:ext>
            </a:extLst>
          </p:cNvPr>
          <p:cNvSpPr>
            <a:spLocks xmlns:a="http://schemas.openxmlformats.org/drawingml/2006/main" noGrp="1"/>
          </p:cNvSpPr>
          <p:nvPr/>
        </p:nvSpPr>
        <p:spPr>
          <a:xfrm xmlns:a="http://schemas.openxmlformats.org/drawingml/2006/main">
            <a:off x="14404628" y="9563100"/>
            <a:ext cx="311184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ATHENA · MODEL DEVELOPMENT</a:t>
            </a:r>
          </a:p>
        </p:txBody>
      </p:sp>
      <p:sp>
        <p:nvSpPr>
          <p:cNvPr id="10" name="paper-34-text-009">
            <a:extLst xmlns:a="http://schemas.openxmlformats.org/drawingml/2006/main">
              <a:ext uri="{FF2B5EF4-FFF2-40B4-BE49-F238E27FC236}">
                <a16:creationId xmlns:a16="http://schemas.microsoft.com/office/drawing/2014/main" id="{6A9BB818-36CC-4A42-B622-7E08790DAE38}"/>
              </a:ext>
            </a:extLst>
          </p:cNvPr>
          <p:cNvSpPr>
            <a:spLocks xmlns:a="http://schemas.openxmlformats.org/drawingml/2006/main" noGrp="1"/>
          </p:cNvSpPr>
          <p:nvPr/>
        </p:nvSpPr>
        <p:spPr>
          <a:xfrm xmlns:a="http://schemas.openxmlformats.org/drawingml/2006/main">
            <a:off x="1200150" y="6538913"/>
            <a:ext cx="52717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i="0">
                <a:solidFill>
                  <a:srgbClr val="1A73E8"/>
                </a:solidFill>
                <a:latin typeface="Arial"/>
                <a:ea typeface="Arial"/>
                <a:cs typeface="Arial"/>
              </a:defRPr>
            </a:pPr>
            <a:r>
              <a:rPr sz="1575" b="1" i="0">
                <a:solidFill>
                  <a:srgbClr val="1A73E8"/>
                </a:solidFill>
                <a:latin typeface="Arial"/>
                <a:ea typeface="Arial"/>
                <a:cs typeface="Arial"/>
              </a:rPr>
              <a:t>JEV</a:t>
            </a:r>
          </a:p>
        </p:txBody>
      </p:sp>
      <p:sp>
        <p:nvSpPr>
          <p:cNvPr id="11" name="paper-34-text-010">
            <a:extLst xmlns:a="http://schemas.openxmlformats.org/drawingml/2006/main">
              <a:ext uri="{FF2B5EF4-FFF2-40B4-BE49-F238E27FC236}">
                <a16:creationId xmlns:a16="http://schemas.microsoft.com/office/drawing/2014/main" id="{B4A549C8-1823-463A-A2FF-77FBCC459595}"/>
              </a:ext>
            </a:extLst>
          </p:cNvPr>
          <p:cNvSpPr>
            <a:spLocks xmlns:a="http://schemas.openxmlformats.org/drawingml/2006/main" noGrp="1"/>
          </p:cNvSpPr>
          <p:nvPr/>
        </p:nvSpPr>
        <p:spPr>
          <a:xfrm xmlns:a="http://schemas.openxmlformats.org/drawingml/2006/main">
            <a:off x="1200150" y="6881813"/>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Jev는 문맥을 읽고 후보 선택이나 참거짓 판정의</a:t>
            </a:r>
          </a:p>
          <a:p xmlns:a="http://schemas.openxmlformats.org/drawingml/2006/main">
            <a:pPr algn="l">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결과와 확률을 반환하는 TypeSafe AI의 의사결정 모델입니다.</a:t>
            </a:r>
          </a:p>
        </p:txBody>
      </p:sp>
      <p:sp>
        <p:nvSpPr>
          <p:cNvPr id="12" name="paper-34-text-011">
            <a:extLst xmlns:a="http://schemas.openxmlformats.org/drawingml/2006/main">
              <a:ext uri="{FF2B5EF4-FFF2-40B4-BE49-F238E27FC236}">
                <a16:creationId xmlns:a16="http://schemas.microsoft.com/office/drawing/2014/main" id="{689074D6-0744-4492-AE0B-00A19B6DE1D6}"/>
              </a:ext>
            </a:extLst>
          </p:cNvPr>
          <p:cNvSpPr>
            <a:spLocks xmlns:a="http://schemas.openxmlformats.org/drawingml/2006/main" noGrp="1"/>
          </p:cNvSpPr>
          <p:nvPr/>
        </p:nvSpPr>
        <p:spPr>
          <a:xfrm xmlns:a="http://schemas.openxmlformats.org/drawingml/2006/main">
            <a:off x="9144000" y="6529388"/>
            <a:ext cx="181796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i="0">
                <a:solidFill>
                  <a:srgbClr val="1A73E8"/>
                </a:solidFill>
                <a:latin typeface="Arial"/>
                <a:ea typeface="Arial"/>
                <a:cs typeface="Arial"/>
              </a:defRPr>
            </a:pPr>
            <a:r>
              <a:rPr sz="1575" b="1" i="0">
                <a:solidFill>
                  <a:srgbClr val="1A73E8"/>
                </a:solidFill>
                <a:latin typeface="Arial"/>
                <a:ea typeface="Arial"/>
                <a:cs typeface="Arial"/>
              </a:rPr>
              <a:t>BLOOMBERGGPT</a:t>
            </a:r>
          </a:p>
        </p:txBody>
      </p:sp>
      <p:sp>
        <p:nvSpPr>
          <p:cNvPr id="13" name="paper-34-text-012">
            <a:extLst xmlns:a="http://schemas.openxmlformats.org/drawingml/2006/main">
              <a:ext uri="{FF2B5EF4-FFF2-40B4-BE49-F238E27FC236}">
                <a16:creationId xmlns:a16="http://schemas.microsoft.com/office/drawing/2014/main" id="{0DDE4DB1-F253-4A2A-9E41-874E329C813D}"/>
              </a:ext>
            </a:extLst>
          </p:cNvPr>
          <p:cNvSpPr>
            <a:spLocks xmlns:a="http://schemas.openxmlformats.org/drawingml/2006/main" noGrp="1"/>
          </p:cNvSpPr>
          <p:nvPr/>
        </p:nvSpPr>
        <p:spPr>
          <a:xfrm xmlns:a="http://schemas.openxmlformats.org/drawingml/2006/main">
            <a:off x="9144000" y="6872288"/>
            <a:ext cx="8133207"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202124"/>
                </a:solidFill>
                <a:latin typeface="Noto Sans KR"/>
                <a:ea typeface="Noto Sans KR"/>
                <a:cs typeface="Noto Sans KR"/>
              </a:defRPr>
            </a:pPr>
            <a:r>
              <a:rPr sz="1950" b="0" i="0">
                <a:solidFill>
                  <a:srgbClr val="202124"/>
                </a:solidFill>
                <a:latin typeface="Noto Sans KR"/>
                <a:ea typeface="Noto Sans KR"/>
                <a:cs typeface="Noto Sans KR"/>
              </a:rPr>
              <a:t>BloombergGPT는 금융·일반 데이터를 함께 학습한</a:t>
            </a:r>
          </a:p>
          <a:p xmlns:a="http://schemas.openxmlformats.org/drawingml/2006/main">
            <a:pPr algn="l">
              <a:defRPr sz="1950" b="0" i="0">
                <a:solidFill>
                  <a:srgbClr val="202124"/>
                </a:solidFill>
                <a:latin typeface="Noto Sans KR"/>
                <a:ea typeface="Noto Sans KR"/>
                <a:cs typeface="Noto Sans KR"/>
              </a:defRPr>
            </a:pPr>
            <a:r>
              <a:rPr sz="1950" b="0" i="0">
                <a:solidFill>
                  <a:srgbClr val="202124"/>
                </a:solidFill>
                <a:latin typeface="Noto Sans KR"/>
                <a:ea typeface="Noto Sans KR"/>
                <a:cs typeface="Noto Sans KR"/>
              </a:rPr>
              <a:t>500억 파라미터 규모의 금융 특화 언어모델입니다.</a:t>
            </a:r>
          </a:p>
        </p:txBody>
      </p:sp>
    </p:spTree>
    <p:extLst>
      <p:ext uri="{BB962C8B-B14F-4D97-AF65-F5344CB8AC3E}">
        <p14:creationId xmlns:p14="http://schemas.microsoft.com/office/powerpoint/2010/main" val="112151789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268afd8a4ff4df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5-text-001">
            <a:extLst xmlns:a="http://schemas.openxmlformats.org/drawingml/2006/main">
              <a:ext uri="{FF2B5EF4-FFF2-40B4-BE49-F238E27FC236}">
                <a16:creationId xmlns:a16="http://schemas.microsoft.com/office/drawing/2014/main" id="{148DE87A-E556-48BB-875D-41B3B4ECF25E}"/>
              </a:ext>
            </a:extLst>
          </p:cNvPr>
          <p:cNvSpPr>
            <a:spLocks xmlns:a="http://schemas.openxmlformats.org/drawingml/2006/main" noGrp="1"/>
          </p:cNvSpPr>
          <p:nvPr/>
        </p:nvSpPr>
        <p:spPr>
          <a:xfrm xmlns:a="http://schemas.openxmlformats.org/drawingml/2006/main">
            <a:off x="942975" y="276225"/>
            <a:ext cx="1658874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1A73E8"/>
                </a:solidFill>
                <a:latin typeface="Noto Sans KR"/>
                <a:ea typeface="Noto Sans KR"/>
                <a:cs typeface="Noto Sans KR"/>
              </a:defRPr>
            </a:pPr>
            <a:r>
              <a:rPr sz="1650" b="0" i="0">
                <a:solidFill>
                  <a:srgbClr val="1A73E8"/>
                </a:solidFill>
                <a:latin typeface="Noto Sans KR"/>
                <a:ea typeface="Noto Sans KR"/>
                <a:cs typeface="Noto Sans KR"/>
              </a:rPr>
              <a:t>02 · 자체 AI 모델 개발</a:t>
            </a:r>
          </a:p>
        </p:txBody>
      </p:sp>
      <p:sp>
        <p:nvSpPr>
          <p:cNvPr id="3" name="paper-35-text-002">
            <a:extLst xmlns:a="http://schemas.openxmlformats.org/drawingml/2006/main">
              <a:ext uri="{FF2B5EF4-FFF2-40B4-BE49-F238E27FC236}">
                <a16:creationId xmlns:a16="http://schemas.microsoft.com/office/drawing/2014/main" id="{5CF2CC79-6FBB-44C1-9B05-628020ECCD8F}"/>
              </a:ext>
            </a:extLst>
          </p:cNvPr>
          <p:cNvSpPr>
            <a:spLocks xmlns:a="http://schemas.openxmlformats.org/drawingml/2006/main" noGrp="1"/>
          </p:cNvSpPr>
          <p:nvPr/>
        </p:nvSpPr>
        <p:spPr>
          <a:xfrm xmlns:a="http://schemas.openxmlformats.org/drawingml/2006/main">
            <a:off x="942975" y="683514"/>
            <a:ext cx="16938498" cy="885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0" i="0">
                <a:solidFill>
                  <a:srgbClr val="202124"/>
                </a:solidFill>
                <a:latin typeface="Noto Sans KR"/>
                <a:ea typeface="Noto Sans KR"/>
                <a:cs typeface="Noto Sans KR"/>
              </a:defRPr>
            </a:pPr>
            <a:r>
              <a:rPr sz="4800" b="0" i="0">
                <a:solidFill>
                  <a:srgbClr val="202124"/>
                </a:solidFill>
                <a:latin typeface="Noto Sans KR"/>
                <a:ea typeface="Noto Sans KR"/>
                <a:cs typeface="Noto Sans KR"/>
              </a:rPr>
              <a:t>라우팅 모델을 먼저 만들고, 금융 업무로 고도화</a:t>
            </a:r>
          </a:p>
        </p:txBody>
      </p:sp>
      <p:sp>
        <p:nvSpPr>
          <p:cNvPr id="4" name="paper-35-text-003">
            <a:extLst xmlns:a="http://schemas.openxmlformats.org/drawingml/2006/main">
              <a:ext uri="{FF2B5EF4-FFF2-40B4-BE49-F238E27FC236}">
                <a16:creationId xmlns:a16="http://schemas.microsoft.com/office/drawing/2014/main" id="{9141B515-8029-4921-8659-E489BA5510CE}"/>
              </a:ext>
            </a:extLst>
          </p:cNvPr>
          <p:cNvSpPr>
            <a:spLocks xmlns:a="http://schemas.openxmlformats.org/drawingml/2006/main" noGrp="1"/>
          </p:cNvSpPr>
          <p:nvPr/>
        </p:nvSpPr>
        <p:spPr>
          <a:xfrm xmlns:a="http://schemas.openxmlformats.org/drawingml/2006/main">
            <a:off x="942975" y="1590675"/>
            <a:ext cx="1662836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허용된 투자 작업 사례를 정제해 선택형 모델을 개발하고, 데이터 축적 후 금융 특화 모델로 확장합니다</a:t>
            </a:r>
          </a:p>
        </p:txBody>
      </p:sp>
      <p:sp>
        <p:nvSpPr>
          <p:cNvPr id="5" name="paper-35-text-004">
            <a:extLst xmlns:a="http://schemas.openxmlformats.org/drawingml/2006/main">
              <a:ext uri="{FF2B5EF4-FFF2-40B4-BE49-F238E27FC236}">
                <a16:creationId xmlns:a16="http://schemas.microsoft.com/office/drawing/2014/main" id="{87B72894-FD0A-405D-9DA7-A4F43C2FDEBB}"/>
              </a:ext>
            </a:extLst>
          </p:cNvPr>
          <p:cNvSpPr>
            <a:spLocks xmlns:a="http://schemas.openxmlformats.org/drawingml/2006/main" noGrp="1"/>
          </p:cNvSpPr>
          <p:nvPr/>
        </p:nvSpPr>
        <p:spPr>
          <a:xfrm xmlns:a="http://schemas.openxmlformats.org/drawingml/2006/main">
            <a:off x="4405015" y="2524125"/>
            <a:ext cx="87865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202124"/>
                </a:solidFill>
                <a:latin typeface="Arial"/>
                <a:ea typeface="Arial"/>
                <a:cs typeface="Arial"/>
              </a:defRPr>
            </a:pPr>
            <a:r>
              <a:rPr sz="1425" b="0" i="0">
                <a:solidFill>
                  <a:srgbClr val="202124"/>
                </a:solidFill>
                <a:latin typeface="Arial"/>
                <a:ea typeface="Arial"/>
                <a:cs typeface="Arial"/>
              </a:rPr>
              <a:t>DATA 01</a:t>
            </a:r>
          </a:p>
        </p:txBody>
      </p:sp>
      <p:sp>
        <p:nvSpPr>
          <p:cNvPr id="6" name="paper-35-text-005">
            <a:extLst xmlns:a="http://schemas.openxmlformats.org/drawingml/2006/main">
              <a:ext uri="{FF2B5EF4-FFF2-40B4-BE49-F238E27FC236}">
                <a16:creationId xmlns:a16="http://schemas.microsoft.com/office/drawing/2014/main" id="{27F6E607-23D9-4BA3-A442-A9B2BACBF582}"/>
              </a:ext>
            </a:extLst>
          </p:cNvPr>
          <p:cNvSpPr>
            <a:spLocks xmlns:a="http://schemas.openxmlformats.org/drawingml/2006/main" noGrp="1"/>
          </p:cNvSpPr>
          <p:nvPr/>
        </p:nvSpPr>
        <p:spPr>
          <a:xfrm xmlns:a="http://schemas.openxmlformats.org/drawingml/2006/main">
            <a:off x="4032498" y="2809065"/>
            <a:ext cx="1719846" cy="517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Noto Sans KR"/>
                <a:ea typeface="Noto Sans KR"/>
                <a:cs typeface="Noto Sans KR"/>
              </a:defRPr>
            </a:pPr>
            <a:r>
              <a:rPr sz="2325" b="0" i="0">
                <a:solidFill>
                  <a:srgbClr val="202124"/>
                </a:solidFill>
                <a:latin typeface="Noto Sans KR"/>
                <a:ea typeface="Noto Sans KR"/>
                <a:cs typeface="Noto Sans KR"/>
              </a:rPr>
              <a:t>데이터 축적</a:t>
            </a:r>
          </a:p>
        </p:txBody>
      </p:sp>
      <p:sp>
        <p:nvSpPr>
          <p:cNvPr id="7" name="paper-35-text-006">
            <a:extLst xmlns:a="http://schemas.openxmlformats.org/drawingml/2006/main">
              <a:ext uri="{FF2B5EF4-FFF2-40B4-BE49-F238E27FC236}">
                <a16:creationId xmlns:a16="http://schemas.microsoft.com/office/drawing/2014/main" id="{7FC84C1F-0116-40A4-B587-1F9A9EA0DAD1}"/>
              </a:ext>
            </a:extLst>
          </p:cNvPr>
          <p:cNvSpPr>
            <a:spLocks xmlns:a="http://schemas.openxmlformats.org/drawingml/2006/main" noGrp="1"/>
          </p:cNvSpPr>
          <p:nvPr/>
        </p:nvSpPr>
        <p:spPr>
          <a:xfrm xmlns:a="http://schemas.openxmlformats.org/drawingml/2006/main">
            <a:off x="8024515" y="2524125"/>
            <a:ext cx="878651"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202124"/>
                </a:solidFill>
                <a:latin typeface="Arial"/>
                <a:ea typeface="Arial"/>
                <a:cs typeface="Arial"/>
              </a:defRPr>
            </a:pPr>
            <a:r>
              <a:rPr sz="1425" b="0" i="0">
                <a:solidFill>
                  <a:srgbClr val="202124"/>
                </a:solidFill>
                <a:latin typeface="Arial"/>
                <a:ea typeface="Arial"/>
                <a:cs typeface="Arial"/>
              </a:rPr>
              <a:t>DATA 02</a:t>
            </a:r>
          </a:p>
        </p:txBody>
      </p:sp>
      <p:sp>
        <p:nvSpPr>
          <p:cNvPr id="8" name="paper-35-text-007">
            <a:extLst xmlns:a="http://schemas.openxmlformats.org/drawingml/2006/main">
              <a:ext uri="{FF2B5EF4-FFF2-40B4-BE49-F238E27FC236}">
                <a16:creationId xmlns:a16="http://schemas.microsoft.com/office/drawing/2014/main" id="{6A89D119-F14A-43AD-A352-53BB3DDE1FCB}"/>
              </a:ext>
            </a:extLst>
          </p:cNvPr>
          <p:cNvSpPr>
            <a:spLocks xmlns:a="http://schemas.openxmlformats.org/drawingml/2006/main" noGrp="1"/>
          </p:cNvSpPr>
          <p:nvPr/>
        </p:nvSpPr>
        <p:spPr>
          <a:xfrm xmlns:a="http://schemas.openxmlformats.org/drawingml/2006/main">
            <a:off x="7431286" y="2809065"/>
            <a:ext cx="2161121" cy="517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Noto Sans KR"/>
                <a:ea typeface="Noto Sans KR"/>
                <a:cs typeface="Noto Sans KR"/>
              </a:defRPr>
            </a:pPr>
            <a:r>
              <a:rPr sz="2325" b="0" i="0">
                <a:solidFill>
                  <a:srgbClr val="202124"/>
                </a:solidFill>
                <a:latin typeface="Noto Sans KR"/>
                <a:ea typeface="Noto Sans KR"/>
                <a:cs typeface="Noto Sans KR"/>
              </a:rPr>
              <a:t>작업 정제·평가</a:t>
            </a:r>
          </a:p>
        </p:txBody>
      </p:sp>
      <p:sp>
        <p:nvSpPr>
          <p:cNvPr id="9" name="paper-35-text-008">
            <a:extLst xmlns:a="http://schemas.openxmlformats.org/drawingml/2006/main">
              <a:ext uri="{FF2B5EF4-FFF2-40B4-BE49-F238E27FC236}">
                <a16:creationId xmlns:a16="http://schemas.microsoft.com/office/drawing/2014/main" id="{53701504-FB48-4B75-B32E-98C98A7DB079}"/>
              </a:ext>
            </a:extLst>
          </p:cNvPr>
          <p:cNvSpPr>
            <a:spLocks xmlns:a="http://schemas.openxmlformats.org/drawingml/2006/main" noGrp="1"/>
          </p:cNvSpPr>
          <p:nvPr/>
        </p:nvSpPr>
        <p:spPr>
          <a:xfrm xmlns:a="http://schemas.openxmlformats.org/drawingml/2006/main">
            <a:off x="11552337" y="2524125"/>
            <a:ext cx="106215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MODEL 01</a:t>
            </a:r>
          </a:p>
        </p:txBody>
      </p:sp>
      <p:sp>
        <p:nvSpPr>
          <p:cNvPr id="10" name="paper-35-text-009">
            <a:extLst xmlns:a="http://schemas.openxmlformats.org/drawingml/2006/main">
              <a:ext uri="{FF2B5EF4-FFF2-40B4-BE49-F238E27FC236}">
                <a16:creationId xmlns:a16="http://schemas.microsoft.com/office/drawing/2014/main" id="{63C7E9F1-FECA-454D-A5C5-B179CC049178}"/>
              </a:ext>
            </a:extLst>
          </p:cNvPr>
          <p:cNvSpPr>
            <a:spLocks xmlns:a="http://schemas.openxmlformats.org/drawingml/2006/main" noGrp="1"/>
          </p:cNvSpPr>
          <p:nvPr/>
        </p:nvSpPr>
        <p:spPr>
          <a:xfrm xmlns:a="http://schemas.openxmlformats.org/drawingml/2006/main">
            <a:off x="10958513" y="2809065"/>
            <a:ext cx="2345817" cy="517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FFFFFF"/>
                </a:solidFill>
                <a:latin typeface="Noto Sans KR"/>
                <a:ea typeface="Noto Sans KR"/>
                <a:cs typeface="Noto Sans KR"/>
              </a:defRPr>
            </a:pPr>
            <a:r>
              <a:rPr sz="2325" b="0" i="0">
                <a:solidFill>
                  <a:srgbClr val="FFFFFF"/>
                </a:solidFill>
                <a:latin typeface="Noto Sans KR"/>
                <a:ea typeface="Noto Sans KR"/>
                <a:cs typeface="Noto Sans KR"/>
              </a:rPr>
              <a:t>자체 라우팅 모델</a:t>
            </a:r>
          </a:p>
        </p:txBody>
      </p:sp>
      <p:sp>
        <p:nvSpPr>
          <p:cNvPr id="11" name="paper-35-text-010">
            <a:extLst xmlns:a="http://schemas.openxmlformats.org/drawingml/2006/main">
              <a:ext uri="{FF2B5EF4-FFF2-40B4-BE49-F238E27FC236}">
                <a16:creationId xmlns:a16="http://schemas.microsoft.com/office/drawing/2014/main" id="{52A28CB4-E980-4C65-8D51-B8732042C913}"/>
              </a:ext>
            </a:extLst>
          </p:cNvPr>
          <p:cNvSpPr>
            <a:spLocks xmlns:a="http://schemas.openxmlformats.org/drawingml/2006/main" noGrp="1"/>
          </p:cNvSpPr>
          <p:nvPr/>
        </p:nvSpPr>
        <p:spPr>
          <a:xfrm xmlns:a="http://schemas.openxmlformats.org/drawingml/2006/main">
            <a:off x="15171837" y="2524125"/>
            <a:ext cx="106215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MODEL 02</a:t>
            </a:r>
          </a:p>
        </p:txBody>
      </p:sp>
      <p:sp>
        <p:nvSpPr>
          <p:cNvPr id="12" name="paper-35-text-011">
            <a:extLst xmlns:a="http://schemas.openxmlformats.org/drawingml/2006/main">
              <a:ext uri="{FF2B5EF4-FFF2-40B4-BE49-F238E27FC236}">
                <a16:creationId xmlns:a16="http://schemas.microsoft.com/office/drawing/2014/main" id="{31C707D2-691C-4760-9F06-4A8EC6C1FF17}"/>
              </a:ext>
            </a:extLst>
          </p:cNvPr>
          <p:cNvSpPr>
            <a:spLocks xmlns:a="http://schemas.openxmlformats.org/drawingml/2006/main" noGrp="1"/>
          </p:cNvSpPr>
          <p:nvPr/>
        </p:nvSpPr>
        <p:spPr>
          <a:xfrm xmlns:a="http://schemas.openxmlformats.org/drawingml/2006/main">
            <a:off x="14755118" y="2809065"/>
            <a:ext cx="1991606" cy="517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FFFFFF"/>
                </a:solidFill>
                <a:latin typeface="Noto Sans KR"/>
                <a:ea typeface="Noto Sans KR"/>
                <a:cs typeface="Noto Sans KR"/>
              </a:defRPr>
            </a:pPr>
            <a:r>
              <a:rPr sz="2325" b="0" i="0">
                <a:solidFill>
                  <a:srgbClr val="FFFFFF"/>
                </a:solidFill>
                <a:latin typeface="Noto Sans KR"/>
                <a:ea typeface="Noto Sans KR"/>
                <a:cs typeface="Noto Sans KR"/>
              </a:rPr>
              <a:t>금융 파인튜닝</a:t>
            </a:r>
          </a:p>
        </p:txBody>
      </p:sp>
      <p:sp>
        <p:nvSpPr>
          <p:cNvPr id="13" name="paper-35-text-012">
            <a:extLst xmlns:a="http://schemas.openxmlformats.org/drawingml/2006/main">
              <a:ext uri="{FF2B5EF4-FFF2-40B4-BE49-F238E27FC236}">
                <a16:creationId xmlns:a16="http://schemas.microsoft.com/office/drawing/2014/main" id="{4A50BA1A-BD76-4C53-87D2-1DC68641C8D8}"/>
              </a:ext>
            </a:extLst>
          </p:cNvPr>
          <p:cNvSpPr>
            <a:spLocks xmlns:a="http://schemas.openxmlformats.org/drawingml/2006/main" noGrp="1"/>
          </p:cNvSpPr>
          <p:nvPr/>
        </p:nvSpPr>
        <p:spPr>
          <a:xfrm xmlns:a="http://schemas.openxmlformats.org/drawingml/2006/main">
            <a:off x="942975" y="3685699"/>
            <a:ext cx="1946910" cy="14211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000000"/>
                </a:solidFill>
                <a:latin typeface="Noto Sans KR"/>
                <a:ea typeface="Noto Sans KR"/>
                <a:cs typeface="Noto Sans KR"/>
              </a:defRPr>
            </a:pPr>
            <a:r>
              <a:rPr sz="2250" b="0" i="0">
                <a:solidFill>
                  <a:srgbClr val="000000"/>
                </a:solidFill>
                <a:latin typeface="Noto Sans KR"/>
                <a:ea typeface="Noto Sans KR"/>
                <a:cs typeface="Noto Sans KR"/>
              </a:rPr>
              <a:t>입력 사례</a:t>
            </a:r>
          </a:p>
        </p:txBody>
      </p:sp>
      <p:sp>
        <p:nvSpPr>
          <p:cNvPr id="14" name="paper-35-text-013">
            <a:extLst xmlns:a="http://schemas.openxmlformats.org/drawingml/2006/main">
              <a:ext uri="{FF2B5EF4-FFF2-40B4-BE49-F238E27FC236}">
                <a16:creationId xmlns:a16="http://schemas.microsoft.com/office/drawing/2014/main" id="{A20335BF-184E-4771-ADB8-6F1D557BF158}"/>
              </a:ext>
            </a:extLst>
          </p:cNvPr>
          <p:cNvSpPr>
            <a:spLocks xmlns:a="http://schemas.openxmlformats.org/drawingml/2006/main" noGrp="1"/>
          </p:cNvSpPr>
          <p:nvPr/>
        </p:nvSpPr>
        <p:spPr>
          <a:xfrm xmlns:a="http://schemas.openxmlformats.org/drawingml/2006/main">
            <a:off x="3562350" y="3995738"/>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고객 요청과 실행 결과</a:t>
            </a:r>
          </a:p>
        </p:txBody>
      </p:sp>
      <p:sp>
        <p:nvSpPr>
          <p:cNvPr id="15" name="paper-35-text-014">
            <a:extLst xmlns:a="http://schemas.openxmlformats.org/drawingml/2006/main">
              <a:ext uri="{FF2B5EF4-FFF2-40B4-BE49-F238E27FC236}">
                <a16:creationId xmlns:a16="http://schemas.microsoft.com/office/drawing/2014/main" id="{7E7E3AD2-E811-4CF4-B8A0-C5A3563EA7F2}"/>
              </a:ext>
            </a:extLst>
          </p:cNvPr>
          <p:cNvSpPr>
            <a:spLocks xmlns:a="http://schemas.openxmlformats.org/drawingml/2006/main" noGrp="1"/>
          </p:cNvSpPr>
          <p:nvPr/>
        </p:nvSpPr>
        <p:spPr>
          <a:xfrm xmlns:a="http://schemas.openxmlformats.org/drawingml/2006/main">
            <a:off x="3528864" y="4376738"/>
            <a:ext cx="246727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사용자 수정·채택 기록</a:t>
            </a:r>
          </a:p>
        </p:txBody>
      </p:sp>
      <p:sp>
        <p:nvSpPr>
          <p:cNvPr id="16" name="paper-35-text-015">
            <a:extLst xmlns:a="http://schemas.openxmlformats.org/drawingml/2006/main">
              <a:ext uri="{FF2B5EF4-FFF2-40B4-BE49-F238E27FC236}">
                <a16:creationId xmlns:a16="http://schemas.microsoft.com/office/drawing/2014/main" id="{E58EB873-0D49-4F91-A6FB-F8E827EEDCAB}"/>
              </a:ext>
            </a:extLst>
          </p:cNvPr>
          <p:cNvSpPr>
            <a:spLocks xmlns:a="http://schemas.openxmlformats.org/drawingml/2006/main" noGrp="1"/>
          </p:cNvSpPr>
          <p:nvPr/>
        </p:nvSpPr>
        <p:spPr>
          <a:xfrm xmlns:a="http://schemas.openxmlformats.org/drawingml/2006/main">
            <a:off x="7224415" y="3995738"/>
            <a:ext cx="231517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함수·인자·처리 결과</a:t>
            </a:r>
          </a:p>
        </p:txBody>
      </p:sp>
      <p:sp>
        <p:nvSpPr>
          <p:cNvPr id="17" name="paper-35-text-016">
            <a:extLst xmlns:a="http://schemas.openxmlformats.org/drawingml/2006/main">
              <a:ext uri="{FF2B5EF4-FFF2-40B4-BE49-F238E27FC236}">
                <a16:creationId xmlns:a16="http://schemas.microsoft.com/office/drawing/2014/main" id="{6A3D85FC-56DF-43DD-A2E7-22D1039E1AA4}"/>
              </a:ext>
            </a:extLst>
          </p:cNvPr>
          <p:cNvSpPr>
            <a:spLocks xmlns:a="http://schemas.openxmlformats.org/drawingml/2006/main" noGrp="1"/>
          </p:cNvSpPr>
          <p:nvPr/>
        </p:nvSpPr>
        <p:spPr>
          <a:xfrm xmlns:a="http://schemas.openxmlformats.org/drawingml/2006/main">
            <a:off x="7400925" y="4376738"/>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성공 및 오류 사례</a:t>
            </a:r>
          </a:p>
        </p:txBody>
      </p:sp>
      <p:sp>
        <p:nvSpPr>
          <p:cNvPr id="18" name="paper-35-text-017">
            <a:extLst xmlns:a="http://schemas.openxmlformats.org/drawingml/2006/main">
              <a:ext uri="{FF2B5EF4-FFF2-40B4-BE49-F238E27FC236}">
                <a16:creationId xmlns:a16="http://schemas.microsoft.com/office/drawing/2014/main" id="{D63F621F-5979-4547-BECD-4DF83E23478B}"/>
              </a:ext>
            </a:extLst>
          </p:cNvPr>
          <p:cNvSpPr>
            <a:spLocks xmlns:a="http://schemas.openxmlformats.org/drawingml/2006/main" noGrp="1"/>
          </p:cNvSpPr>
          <p:nvPr/>
        </p:nvSpPr>
        <p:spPr>
          <a:xfrm xmlns:a="http://schemas.openxmlformats.org/drawingml/2006/main">
            <a:off x="10691813" y="3995738"/>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요청과 함수 선택의 정답</a:t>
            </a:r>
          </a:p>
        </p:txBody>
      </p:sp>
      <p:sp>
        <p:nvSpPr>
          <p:cNvPr id="19" name="paper-35-text-018">
            <a:extLst xmlns:a="http://schemas.openxmlformats.org/drawingml/2006/main">
              <a:ext uri="{FF2B5EF4-FFF2-40B4-BE49-F238E27FC236}">
                <a16:creationId xmlns:a16="http://schemas.microsoft.com/office/drawing/2014/main" id="{9A630E74-91EC-464F-B290-F4340AB23583}"/>
              </a:ext>
            </a:extLst>
          </p:cNvPr>
          <p:cNvSpPr>
            <a:spLocks xmlns:a="http://schemas.openxmlformats.org/drawingml/2006/main" noGrp="1"/>
          </p:cNvSpPr>
          <p:nvPr/>
        </p:nvSpPr>
        <p:spPr>
          <a:xfrm xmlns:a="http://schemas.openxmlformats.org/drawingml/2006/main">
            <a:off x="10801350" y="4376738"/>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허용 인자와 타입 조건</a:t>
            </a:r>
          </a:p>
        </p:txBody>
      </p:sp>
      <p:sp>
        <p:nvSpPr>
          <p:cNvPr id="20" name="paper-35-text-019">
            <a:extLst xmlns:a="http://schemas.openxmlformats.org/drawingml/2006/main">
              <a:ext uri="{FF2B5EF4-FFF2-40B4-BE49-F238E27FC236}">
                <a16:creationId xmlns:a16="http://schemas.microsoft.com/office/drawing/2014/main" id="{3FBECBCA-7B14-4DF3-8DEF-B194AB8EAE3C}"/>
              </a:ext>
            </a:extLst>
          </p:cNvPr>
          <p:cNvSpPr>
            <a:spLocks xmlns:a="http://schemas.openxmlformats.org/drawingml/2006/main" noGrp="1"/>
          </p:cNvSpPr>
          <p:nvPr/>
        </p:nvSpPr>
        <p:spPr>
          <a:xfrm xmlns:a="http://schemas.openxmlformats.org/drawingml/2006/main">
            <a:off x="14420850" y="3995738"/>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금융 문서와 업무 사례</a:t>
            </a:r>
          </a:p>
        </p:txBody>
      </p:sp>
      <p:sp>
        <p:nvSpPr>
          <p:cNvPr id="21" name="paper-35-text-020">
            <a:extLst xmlns:a="http://schemas.openxmlformats.org/drawingml/2006/main">
              <a:ext uri="{FF2B5EF4-FFF2-40B4-BE49-F238E27FC236}">
                <a16:creationId xmlns:a16="http://schemas.microsoft.com/office/drawing/2014/main" id="{FEB27E0A-4F3F-486D-AF9F-6D9522B71E92}"/>
              </a:ext>
            </a:extLst>
          </p:cNvPr>
          <p:cNvSpPr>
            <a:spLocks xmlns:a="http://schemas.openxmlformats.org/drawingml/2006/main" noGrp="1"/>
          </p:cNvSpPr>
          <p:nvPr/>
        </p:nvSpPr>
        <p:spPr>
          <a:xfrm xmlns:a="http://schemas.openxmlformats.org/drawingml/2006/main">
            <a:off x="14563725" y="4376738"/>
            <a:ext cx="2114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검증된 질문과 답변</a:t>
            </a:r>
          </a:p>
        </p:txBody>
      </p:sp>
      <p:sp>
        <p:nvSpPr>
          <p:cNvPr id="22" name="paper-35-text-021">
            <a:extLst xmlns:a="http://schemas.openxmlformats.org/drawingml/2006/main">
              <a:ext uri="{FF2B5EF4-FFF2-40B4-BE49-F238E27FC236}">
                <a16:creationId xmlns:a16="http://schemas.microsoft.com/office/drawing/2014/main" id="{148ACA25-082C-43F9-8272-DC3F71D180D4}"/>
              </a:ext>
            </a:extLst>
          </p:cNvPr>
          <p:cNvSpPr>
            <a:spLocks xmlns:a="http://schemas.openxmlformats.org/drawingml/2006/main" noGrp="1"/>
          </p:cNvSpPr>
          <p:nvPr/>
        </p:nvSpPr>
        <p:spPr>
          <a:xfrm xmlns:a="http://schemas.openxmlformats.org/drawingml/2006/main">
            <a:off x="942975" y="5276374"/>
            <a:ext cx="1946910" cy="17164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000000"/>
                </a:solidFill>
                <a:latin typeface="Noto Sans KR"/>
                <a:ea typeface="Noto Sans KR"/>
                <a:cs typeface="Noto Sans KR"/>
              </a:defRPr>
            </a:pPr>
            <a:r>
              <a:rPr sz="2250" b="0" i="0">
                <a:solidFill>
                  <a:srgbClr val="000000"/>
                </a:solidFill>
                <a:latin typeface="Noto Sans KR"/>
                <a:ea typeface="Noto Sans KR"/>
                <a:cs typeface="Noto Sans KR"/>
              </a:rPr>
              <a:t>핵심 개발</a:t>
            </a:r>
          </a:p>
        </p:txBody>
      </p:sp>
      <p:sp>
        <p:nvSpPr>
          <p:cNvPr id="23" name="paper-35-text-022">
            <a:extLst xmlns:a="http://schemas.openxmlformats.org/drawingml/2006/main">
              <a:ext uri="{FF2B5EF4-FFF2-40B4-BE49-F238E27FC236}">
                <a16:creationId xmlns:a16="http://schemas.microsoft.com/office/drawing/2014/main" id="{1DE05F98-E849-4AA7-8DD1-284855406475}"/>
              </a:ext>
            </a:extLst>
          </p:cNvPr>
          <p:cNvSpPr>
            <a:spLocks xmlns:a="http://schemas.openxmlformats.org/drawingml/2006/main" noGrp="1"/>
          </p:cNvSpPr>
          <p:nvPr/>
        </p:nvSpPr>
        <p:spPr>
          <a:xfrm xmlns:a="http://schemas.openxmlformats.org/drawingml/2006/main">
            <a:off x="3385989" y="5734050"/>
            <a:ext cx="275302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학습 동의·이용 권한 확인</a:t>
            </a:r>
          </a:p>
        </p:txBody>
      </p:sp>
      <p:sp>
        <p:nvSpPr>
          <p:cNvPr id="24" name="paper-35-text-023">
            <a:extLst xmlns:a="http://schemas.openxmlformats.org/drawingml/2006/main">
              <a:ext uri="{FF2B5EF4-FFF2-40B4-BE49-F238E27FC236}">
                <a16:creationId xmlns:a16="http://schemas.microsoft.com/office/drawing/2014/main" id="{462451CA-AE55-4F01-B10E-E2EEF91730D0}"/>
              </a:ext>
            </a:extLst>
          </p:cNvPr>
          <p:cNvSpPr>
            <a:spLocks xmlns:a="http://schemas.openxmlformats.org/drawingml/2006/main" noGrp="1"/>
          </p:cNvSpPr>
          <p:nvPr/>
        </p:nvSpPr>
        <p:spPr>
          <a:xfrm xmlns:a="http://schemas.openxmlformats.org/drawingml/2006/main">
            <a:off x="3814763" y="6115050"/>
            <a:ext cx="1895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목적별 기록 분류</a:t>
            </a:r>
          </a:p>
        </p:txBody>
      </p:sp>
      <p:sp>
        <p:nvSpPr>
          <p:cNvPr id="25" name="paper-35-text-024">
            <a:extLst xmlns:a="http://schemas.openxmlformats.org/drawingml/2006/main">
              <a:ext uri="{FF2B5EF4-FFF2-40B4-BE49-F238E27FC236}">
                <a16:creationId xmlns:a16="http://schemas.microsoft.com/office/drawing/2014/main" id="{CA62BD9B-431A-4670-BFC9-65DD55F733C4}"/>
              </a:ext>
            </a:extLst>
          </p:cNvPr>
          <p:cNvSpPr>
            <a:spLocks xmlns:a="http://schemas.openxmlformats.org/drawingml/2006/main" noGrp="1"/>
          </p:cNvSpPr>
          <p:nvPr/>
        </p:nvSpPr>
        <p:spPr>
          <a:xfrm xmlns:a="http://schemas.openxmlformats.org/drawingml/2006/main">
            <a:off x="7181850" y="5734050"/>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오류 수정과 사례 정제</a:t>
            </a:r>
          </a:p>
        </p:txBody>
      </p:sp>
      <p:sp>
        <p:nvSpPr>
          <p:cNvPr id="26" name="paper-35-text-025">
            <a:extLst xmlns:a="http://schemas.openxmlformats.org/drawingml/2006/main">
              <a:ext uri="{FF2B5EF4-FFF2-40B4-BE49-F238E27FC236}">
                <a16:creationId xmlns:a16="http://schemas.microsoft.com/office/drawing/2014/main" id="{51D0CD07-107B-485D-9C28-B8F56D32A2DF}"/>
              </a:ext>
            </a:extLst>
          </p:cNvPr>
          <p:cNvSpPr>
            <a:spLocks xmlns:a="http://schemas.openxmlformats.org/drawingml/2006/main" noGrp="1"/>
          </p:cNvSpPr>
          <p:nvPr/>
        </p:nvSpPr>
        <p:spPr>
          <a:xfrm xmlns:a="http://schemas.openxmlformats.org/drawingml/2006/main">
            <a:off x="7434263" y="6115050"/>
            <a:ext cx="1895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고정 평가셋 구축</a:t>
            </a:r>
          </a:p>
        </p:txBody>
      </p:sp>
      <p:sp>
        <p:nvSpPr>
          <p:cNvPr id="27" name="paper-35-text-026">
            <a:extLst xmlns:a="http://schemas.openxmlformats.org/drawingml/2006/main">
              <a:ext uri="{FF2B5EF4-FFF2-40B4-BE49-F238E27FC236}">
                <a16:creationId xmlns:a16="http://schemas.microsoft.com/office/drawing/2014/main" id="{D6A421FC-4BA1-4A06-85BF-3621FC248D2D}"/>
              </a:ext>
            </a:extLst>
          </p:cNvPr>
          <p:cNvSpPr>
            <a:spLocks xmlns:a="http://schemas.openxmlformats.org/drawingml/2006/main" noGrp="1"/>
          </p:cNvSpPr>
          <p:nvPr/>
        </p:nvSpPr>
        <p:spPr>
          <a:xfrm xmlns:a="http://schemas.openxmlformats.org/drawingml/2006/main">
            <a:off x="10624989" y="5734050"/>
            <a:ext cx="275302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도구 선택·인자 결정 학습</a:t>
            </a:r>
          </a:p>
        </p:txBody>
      </p:sp>
      <p:sp>
        <p:nvSpPr>
          <p:cNvPr id="28" name="paper-35-text-027">
            <a:extLst xmlns:a="http://schemas.openxmlformats.org/drawingml/2006/main">
              <a:ext uri="{FF2B5EF4-FFF2-40B4-BE49-F238E27FC236}">
                <a16:creationId xmlns:a16="http://schemas.microsoft.com/office/drawing/2014/main" id="{A504F9A4-22BB-4A16-97CE-FB4B07439E8D}"/>
              </a:ext>
            </a:extLst>
          </p:cNvPr>
          <p:cNvSpPr>
            <a:spLocks xmlns:a="http://schemas.openxmlformats.org/drawingml/2006/main" noGrp="1"/>
          </p:cNvSpPr>
          <p:nvPr/>
        </p:nvSpPr>
        <p:spPr>
          <a:xfrm xmlns:a="http://schemas.openxmlformats.org/drawingml/2006/main">
            <a:off x="10691813" y="6115050"/>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선택 정확도와 원가 평가</a:t>
            </a:r>
          </a:p>
        </p:txBody>
      </p:sp>
      <p:sp>
        <p:nvSpPr>
          <p:cNvPr id="29" name="paper-35-text-028">
            <a:extLst xmlns:a="http://schemas.openxmlformats.org/drawingml/2006/main">
              <a:ext uri="{FF2B5EF4-FFF2-40B4-BE49-F238E27FC236}">
                <a16:creationId xmlns:a16="http://schemas.microsoft.com/office/drawing/2014/main" id="{21061322-37BC-47D2-BAA8-DE16863DCC43}"/>
              </a:ext>
            </a:extLst>
          </p:cNvPr>
          <p:cNvSpPr>
            <a:spLocks xmlns:a="http://schemas.openxmlformats.org/drawingml/2006/main" noGrp="1"/>
          </p:cNvSpPr>
          <p:nvPr/>
        </p:nvSpPr>
        <p:spPr>
          <a:xfrm xmlns:a="http://schemas.openxmlformats.org/drawingml/2006/main">
            <a:off x="14311313" y="5734050"/>
            <a:ext cx="261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기존 기반 모델 미세조정</a:t>
            </a:r>
          </a:p>
        </p:txBody>
      </p:sp>
      <p:sp>
        <p:nvSpPr>
          <p:cNvPr id="30" name="paper-35-text-029">
            <a:extLst xmlns:a="http://schemas.openxmlformats.org/drawingml/2006/main">
              <a:ext uri="{FF2B5EF4-FFF2-40B4-BE49-F238E27FC236}">
                <a16:creationId xmlns:a16="http://schemas.microsoft.com/office/drawing/2014/main" id="{5524DE78-FE85-49DD-83AA-9AF2E5D1B37A}"/>
              </a:ext>
            </a:extLst>
          </p:cNvPr>
          <p:cNvSpPr>
            <a:spLocks xmlns:a="http://schemas.openxmlformats.org/drawingml/2006/main" noGrp="1"/>
          </p:cNvSpPr>
          <p:nvPr/>
        </p:nvSpPr>
        <p:spPr>
          <a:xfrm xmlns:a="http://schemas.openxmlformats.org/drawingml/2006/main">
            <a:off x="14277975" y="6115050"/>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금융 업무 수행 범위 확대</a:t>
            </a:r>
          </a:p>
        </p:txBody>
      </p:sp>
      <p:sp>
        <p:nvSpPr>
          <p:cNvPr id="31" name="paper-35-text-030">
            <a:extLst xmlns:a="http://schemas.openxmlformats.org/drawingml/2006/main">
              <a:ext uri="{FF2B5EF4-FFF2-40B4-BE49-F238E27FC236}">
                <a16:creationId xmlns:a16="http://schemas.microsoft.com/office/drawing/2014/main" id="{3A70F0F7-1416-4AB2-8F91-B4C968F354C7}"/>
              </a:ext>
            </a:extLst>
          </p:cNvPr>
          <p:cNvSpPr>
            <a:spLocks xmlns:a="http://schemas.openxmlformats.org/drawingml/2006/main" noGrp="1"/>
          </p:cNvSpPr>
          <p:nvPr/>
        </p:nvSpPr>
        <p:spPr>
          <a:xfrm xmlns:a="http://schemas.openxmlformats.org/drawingml/2006/main">
            <a:off x="942975" y="7162324"/>
            <a:ext cx="1946910" cy="1068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000000"/>
                </a:solidFill>
                <a:latin typeface="Noto Sans KR"/>
                <a:ea typeface="Noto Sans KR"/>
                <a:cs typeface="Noto Sans KR"/>
              </a:defRPr>
            </a:pPr>
            <a:r>
              <a:rPr sz="2250" b="0" i="0">
                <a:solidFill>
                  <a:srgbClr val="000000"/>
                </a:solidFill>
                <a:latin typeface="Noto Sans KR"/>
                <a:ea typeface="Noto Sans KR"/>
                <a:cs typeface="Noto Sans KR"/>
              </a:rPr>
              <a:t>확보 자산</a:t>
            </a:r>
          </a:p>
        </p:txBody>
      </p:sp>
      <p:sp>
        <p:nvSpPr>
          <p:cNvPr id="32" name="paper-35-text-031">
            <a:extLst xmlns:a="http://schemas.openxmlformats.org/drawingml/2006/main">
              <a:ext uri="{FF2B5EF4-FFF2-40B4-BE49-F238E27FC236}">
                <a16:creationId xmlns:a16="http://schemas.microsoft.com/office/drawing/2014/main" id="{088B684D-0C59-4C56-9357-72C582F72C00}"/>
              </a:ext>
            </a:extLst>
          </p:cNvPr>
          <p:cNvSpPr>
            <a:spLocks xmlns:a="http://schemas.openxmlformats.org/drawingml/2006/main" noGrp="1"/>
          </p:cNvSpPr>
          <p:nvPr/>
        </p:nvSpPr>
        <p:spPr>
          <a:xfrm xmlns:a="http://schemas.openxmlformats.org/drawingml/2006/main">
            <a:off x="3814763" y="7486650"/>
            <a:ext cx="1895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1A73E8"/>
                </a:solidFill>
                <a:latin typeface="Noto Sans KR"/>
                <a:ea typeface="Noto Sans KR"/>
                <a:cs typeface="Noto Sans KR"/>
              </a:defRPr>
            </a:pPr>
            <a:r>
              <a:rPr sz="1875" b="0" i="0">
                <a:solidFill>
                  <a:srgbClr val="1A73E8"/>
                </a:solidFill>
                <a:latin typeface="Noto Sans KR"/>
                <a:ea typeface="Noto Sans KR"/>
                <a:cs typeface="Noto Sans KR"/>
              </a:rPr>
              <a:t>투자 작업 데이터</a:t>
            </a:r>
          </a:p>
        </p:txBody>
      </p:sp>
      <p:sp>
        <p:nvSpPr>
          <p:cNvPr id="33" name="paper-35-text-032">
            <a:extLst xmlns:a="http://schemas.openxmlformats.org/drawingml/2006/main">
              <a:ext uri="{FF2B5EF4-FFF2-40B4-BE49-F238E27FC236}">
                <a16:creationId xmlns:a16="http://schemas.microsoft.com/office/drawing/2014/main" id="{D737E32E-F50E-42FB-BF50-CD2CB5743D37}"/>
              </a:ext>
            </a:extLst>
          </p:cNvPr>
          <p:cNvSpPr>
            <a:spLocks xmlns:a="http://schemas.openxmlformats.org/drawingml/2006/main" noGrp="1"/>
          </p:cNvSpPr>
          <p:nvPr/>
        </p:nvSpPr>
        <p:spPr>
          <a:xfrm xmlns:a="http://schemas.openxmlformats.org/drawingml/2006/main">
            <a:off x="7289602" y="7486650"/>
            <a:ext cx="2184648"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1A73E8"/>
                </a:solidFill>
                <a:latin typeface="Noto Sans KR"/>
                <a:ea typeface="Noto Sans KR"/>
                <a:cs typeface="Noto Sans KR"/>
              </a:defRPr>
            </a:pPr>
            <a:r>
              <a:rPr sz="1875" b="0" i="0">
                <a:solidFill>
                  <a:srgbClr val="1A73E8"/>
                </a:solidFill>
                <a:latin typeface="Noto Sans KR"/>
                <a:ea typeface="Noto Sans KR"/>
                <a:cs typeface="Noto Sans KR"/>
              </a:rPr>
              <a:t>학습·평가 데이터셋</a:t>
            </a:r>
          </a:p>
        </p:txBody>
      </p:sp>
      <p:sp>
        <p:nvSpPr>
          <p:cNvPr id="34" name="paper-35-text-033">
            <a:extLst xmlns:a="http://schemas.openxmlformats.org/drawingml/2006/main">
              <a:ext uri="{FF2B5EF4-FFF2-40B4-BE49-F238E27FC236}">
                <a16:creationId xmlns:a16="http://schemas.microsoft.com/office/drawing/2014/main" id="{A0DEE9A0-2BA1-472F-A4B4-4B48BC737B80}"/>
              </a:ext>
            </a:extLst>
          </p:cNvPr>
          <p:cNvSpPr>
            <a:spLocks xmlns:a="http://schemas.openxmlformats.org/drawingml/2006/main" noGrp="1"/>
          </p:cNvSpPr>
          <p:nvPr/>
        </p:nvSpPr>
        <p:spPr>
          <a:xfrm xmlns:a="http://schemas.openxmlformats.org/drawingml/2006/main">
            <a:off x="11055995" y="7486650"/>
            <a:ext cx="1890861"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1A73E8"/>
                </a:solidFill>
                <a:latin typeface="Noto Sans KR"/>
                <a:ea typeface="Noto Sans KR"/>
                <a:cs typeface="Noto Sans KR"/>
              </a:defRPr>
            </a:pPr>
            <a:r>
              <a:rPr sz="1875" b="0" i="0">
                <a:solidFill>
                  <a:srgbClr val="1A73E8"/>
                </a:solidFill>
                <a:latin typeface="Noto Sans KR"/>
                <a:ea typeface="Noto Sans KR"/>
                <a:cs typeface="Noto Sans KR"/>
              </a:rPr>
              <a:t>Routing Model</a:t>
            </a:r>
          </a:p>
        </p:txBody>
      </p:sp>
      <p:sp>
        <p:nvSpPr>
          <p:cNvPr id="35" name="paper-35-text-034">
            <a:extLst xmlns:a="http://schemas.openxmlformats.org/drawingml/2006/main">
              <a:ext uri="{FF2B5EF4-FFF2-40B4-BE49-F238E27FC236}">
                <a16:creationId xmlns:a16="http://schemas.microsoft.com/office/drawing/2014/main" id="{7829E547-E368-4E0E-9F5F-2C35D6386E85}"/>
              </a:ext>
            </a:extLst>
          </p:cNvPr>
          <p:cNvSpPr>
            <a:spLocks xmlns:a="http://schemas.openxmlformats.org/drawingml/2006/main" noGrp="1"/>
          </p:cNvSpPr>
          <p:nvPr/>
        </p:nvSpPr>
        <p:spPr>
          <a:xfrm xmlns:a="http://schemas.openxmlformats.org/drawingml/2006/main">
            <a:off x="14679364" y="7486650"/>
            <a:ext cx="1883271"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i="0">
                <a:solidFill>
                  <a:srgbClr val="1A73E8"/>
                </a:solidFill>
                <a:latin typeface="Noto Sans KR"/>
                <a:ea typeface="Noto Sans KR"/>
                <a:cs typeface="Noto Sans KR"/>
              </a:defRPr>
            </a:pPr>
            <a:r>
              <a:rPr sz="1875" b="0" i="0">
                <a:solidFill>
                  <a:srgbClr val="1A73E8"/>
                </a:solidFill>
                <a:latin typeface="Noto Sans KR"/>
                <a:ea typeface="Noto Sans KR"/>
                <a:cs typeface="Noto Sans KR"/>
              </a:rPr>
              <a:t>Finance Model</a:t>
            </a:r>
          </a:p>
        </p:txBody>
      </p:sp>
      <p:sp>
        <p:nvSpPr>
          <p:cNvPr id="36" name="paper-35-text-035">
            <a:extLst xmlns:a="http://schemas.openxmlformats.org/drawingml/2006/main">
              <a:ext uri="{FF2B5EF4-FFF2-40B4-BE49-F238E27FC236}">
                <a16:creationId xmlns:a16="http://schemas.microsoft.com/office/drawing/2014/main" id="{BE14AED4-0DEF-404A-9F54-5E9B04DC5259}"/>
              </a:ext>
            </a:extLst>
          </p:cNvPr>
          <p:cNvSpPr>
            <a:spLocks xmlns:a="http://schemas.openxmlformats.org/drawingml/2006/main" noGrp="1"/>
          </p:cNvSpPr>
          <p:nvPr/>
        </p:nvSpPr>
        <p:spPr>
          <a:xfrm xmlns:a="http://schemas.openxmlformats.org/drawingml/2006/main">
            <a:off x="6495455" y="8691563"/>
            <a:ext cx="7618756"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선택형 라우팅에서 금융 업무 모델로, ATHENA의 자체 모델 자산 축적</a:t>
            </a:r>
          </a:p>
        </p:txBody>
      </p:sp>
      <p:sp>
        <p:nvSpPr>
          <p:cNvPr id="37" name="paper-35-text-036">
            <a:extLst xmlns:a="http://schemas.openxmlformats.org/drawingml/2006/main">
              <a:ext uri="{FF2B5EF4-FFF2-40B4-BE49-F238E27FC236}">
                <a16:creationId xmlns:a16="http://schemas.microsoft.com/office/drawing/2014/main" id="{B6CD01D4-1282-488D-941C-6447A737BB80}"/>
              </a:ext>
            </a:extLst>
          </p:cNvPr>
          <p:cNvSpPr>
            <a:spLocks xmlns:a="http://schemas.openxmlformats.org/drawingml/2006/main" noGrp="1"/>
          </p:cNvSpPr>
          <p:nvPr/>
        </p:nvSpPr>
        <p:spPr>
          <a:xfrm xmlns:a="http://schemas.openxmlformats.org/drawingml/2006/main">
            <a:off x="942975" y="9686925"/>
            <a:ext cx="497309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개발 구상 · 라우팅 정확도와 금융 업무 품질을 단계별로 평가</a:t>
            </a:r>
          </a:p>
        </p:txBody>
      </p:sp>
      <p:sp>
        <p:nvSpPr>
          <p:cNvPr id="38" name="paper-35-text-037">
            <a:extLst xmlns:a="http://schemas.openxmlformats.org/drawingml/2006/main">
              <a:ext uri="{FF2B5EF4-FFF2-40B4-BE49-F238E27FC236}">
                <a16:creationId xmlns:a16="http://schemas.microsoft.com/office/drawing/2014/main" id="{FF73F507-7AF8-469F-88C2-0902678193FE}"/>
              </a:ext>
            </a:extLst>
          </p:cNvPr>
          <p:cNvSpPr>
            <a:spLocks xmlns:a="http://schemas.openxmlformats.org/drawingml/2006/main" noGrp="1"/>
          </p:cNvSpPr>
          <p:nvPr/>
        </p:nvSpPr>
        <p:spPr>
          <a:xfrm xmlns:a="http://schemas.openxmlformats.org/drawingml/2006/main">
            <a:off x="16205597" y="9686925"/>
            <a:ext cx="131087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ATHENA　04</a:t>
            </a:r>
          </a:p>
        </p:txBody>
      </p:sp>
    </p:spTree>
    <p:extLst>
      <p:ext uri="{BB962C8B-B14F-4D97-AF65-F5344CB8AC3E}">
        <p14:creationId xmlns:p14="http://schemas.microsoft.com/office/powerpoint/2010/main" val="185765294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bf14bf21057426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6-text-001">
            <a:extLst xmlns:a="http://schemas.openxmlformats.org/drawingml/2006/main">
              <a:ext uri="{FF2B5EF4-FFF2-40B4-BE49-F238E27FC236}">
                <a16:creationId xmlns:a16="http://schemas.microsoft.com/office/drawing/2014/main" id="{DD7E394D-F22C-4DAB-A52E-F8D5A009C870}"/>
              </a:ext>
            </a:extLst>
          </p:cNvPr>
          <p:cNvSpPr>
            <a:spLocks xmlns:a="http://schemas.openxmlformats.org/drawingml/2006/main" noGrp="1"/>
          </p:cNvSpPr>
          <p:nvPr/>
        </p:nvSpPr>
        <p:spPr>
          <a:xfrm xmlns:a="http://schemas.openxmlformats.org/drawingml/2006/main">
            <a:off x="942975" y="204788"/>
            <a:ext cx="524595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i="0">
                <a:solidFill>
                  <a:srgbClr val="1A73E8"/>
                </a:solidFill>
                <a:latin typeface="Arial"/>
                <a:ea typeface="Arial"/>
                <a:cs typeface="Arial"/>
              </a:defRPr>
            </a:pPr>
            <a:r>
              <a:rPr sz="1650" b="1" i="0">
                <a:solidFill>
                  <a:srgbClr val="1A73E8"/>
                </a:solidFill>
                <a:latin typeface="Arial"/>
                <a:ea typeface="Arial"/>
                <a:cs typeface="Arial"/>
              </a:rPr>
              <a:t>BUSINESS CASE 03 · GROUP INFRASTRUCTURE</a:t>
            </a:r>
          </a:p>
        </p:txBody>
      </p:sp>
      <p:sp>
        <p:nvSpPr>
          <p:cNvPr id="3" name="paper-36-text-002">
            <a:extLst xmlns:a="http://schemas.openxmlformats.org/drawingml/2006/main">
              <a:ext uri="{FF2B5EF4-FFF2-40B4-BE49-F238E27FC236}">
                <a16:creationId xmlns:a16="http://schemas.microsoft.com/office/drawing/2014/main" id="{A515C151-8B74-400E-8D09-DD4565A6DCA7}"/>
              </a:ext>
            </a:extLst>
          </p:cNvPr>
          <p:cNvSpPr>
            <a:spLocks xmlns:a="http://schemas.openxmlformats.org/drawingml/2006/main" noGrp="1"/>
          </p:cNvSpPr>
          <p:nvPr/>
        </p:nvSpPr>
        <p:spPr>
          <a:xfrm xmlns:a="http://schemas.openxmlformats.org/drawingml/2006/main">
            <a:off x="14097298" y="204788"/>
            <a:ext cx="341917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DAOU TECH · DAOU DATA · RESCALE</a:t>
            </a:r>
          </a:p>
        </p:txBody>
      </p:sp>
      <p:sp>
        <p:nvSpPr>
          <p:cNvPr id="4" name="paper-36-text-003">
            <a:extLst xmlns:a="http://schemas.openxmlformats.org/drawingml/2006/main">
              <a:ext uri="{FF2B5EF4-FFF2-40B4-BE49-F238E27FC236}">
                <a16:creationId xmlns:a16="http://schemas.microsoft.com/office/drawing/2014/main" id="{AA678EF4-FA1D-473E-8DAA-616C004961D7}"/>
              </a:ext>
            </a:extLst>
          </p:cNvPr>
          <p:cNvSpPr>
            <a:spLocks xmlns:a="http://schemas.openxmlformats.org/drawingml/2006/main" noGrp="1"/>
          </p:cNvSpPr>
          <p:nvPr/>
        </p:nvSpPr>
        <p:spPr>
          <a:xfrm xmlns:a="http://schemas.openxmlformats.org/drawingml/2006/main">
            <a:off x="942975" y="645414"/>
            <a:ext cx="16938498" cy="885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0" i="0">
                <a:solidFill>
                  <a:srgbClr val="202124"/>
                </a:solidFill>
                <a:latin typeface="Noto Sans KR"/>
                <a:ea typeface="Noto Sans KR"/>
                <a:cs typeface="Noto Sans KR"/>
              </a:defRPr>
            </a:pPr>
            <a:r>
              <a:rPr sz="4800" b="0" i="0">
                <a:solidFill>
                  <a:srgbClr val="202124"/>
                </a:solidFill>
                <a:latin typeface="Noto Sans KR"/>
                <a:ea typeface="Noto Sans KR"/>
                <a:cs typeface="Noto Sans KR"/>
              </a:rPr>
              <a:t>그룹 인프라와 AI·HPC 사업이 함께 확장되고 있습니다</a:t>
            </a:r>
          </a:p>
        </p:txBody>
      </p:sp>
      <p:sp>
        <p:nvSpPr>
          <p:cNvPr id="5" name="paper-36-text-004">
            <a:extLst xmlns:a="http://schemas.openxmlformats.org/drawingml/2006/main">
              <a:ext uri="{FF2B5EF4-FFF2-40B4-BE49-F238E27FC236}">
                <a16:creationId xmlns:a16="http://schemas.microsoft.com/office/drawing/2014/main" id="{D6C418E0-CD55-4B9E-B9D3-6C2E8FD92AA6}"/>
              </a:ext>
            </a:extLst>
          </p:cNvPr>
          <p:cNvSpPr>
            <a:spLocks xmlns:a="http://schemas.openxmlformats.org/drawingml/2006/main" noGrp="1"/>
          </p:cNvSpPr>
          <p:nvPr/>
        </p:nvSpPr>
        <p:spPr>
          <a:xfrm xmlns:a="http://schemas.openxmlformats.org/drawingml/2006/main">
            <a:off x="942975" y="1571625"/>
            <a:ext cx="1662836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데이터센터 오픈 계획과 AI·HPC 공급 사업에서 ATHENA 연결 가능성을 확인</a:t>
            </a:r>
          </a:p>
        </p:txBody>
      </p:sp>
      <p:sp>
        <p:nvSpPr>
          <p:cNvPr id="6" name="paper-36-text-005">
            <a:extLst xmlns:a="http://schemas.openxmlformats.org/drawingml/2006/main">
              <a:ext uri="{FF2B5EF4-FFF2-40B4-BE49-F238E27FC236}">
                <a16:creationId xmlns:a16="http://schemas.microsoft.com/office/drawing/2014/main" id="{EFB33DB7-DAF5-45A5-83FF-DF547B67110E}"/>
              </a:ext>
            </a:extLst>
          </p:cNvPr>
          <p:cNvSpPr>
            <a:spLocks xmlns:a="http://schemas.openxmlformats.org/drawingml/2006/main" noGrp="1"/>
          </p:cNvSpPr>
          <p:nvPr/>
        </p:nvSpPr>
        <p:spPr>
          <a:xfrm xmlns:a="http://schemas.openxmlformats.org/drawingml/2006/main">
            <a:off x="1238250" y="6115050"/>
            <a:ext cx="178239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i="0">
                <a:solidFill>
                  <a:srgbClr val="1A73E8"/>
                </a:solidFill>
                <a:latin typeface="Noto Sans KR"/>
                <a:ea typeface="Noto Sans KR"/>
                <a:cs typeface="Noto Sans KR"/>
              </a:defRPr>
            </a:pPr>
            <a:r>
              <a:rPr sz="1575" b="1" i="0">
                <a:solidFill>
                  <a:srgbClr val="1A73E8"/>
                </a:solidFill>
                <a:latin typeface="Noto Sans KR"/>
                <a:ea typeface="Noto Sans KR"/>
                <a:cs typeface="Noto Sans KR"/>
              </a:rPr>
              <a:t>다우기술 공식 발표</a:t>
            </a:r>
          </a:p>
        </p:txBody>
      </p:sp>
      <p:sp>
        <p:nvSpPr>
          <p:cNvPr id="7" name="paper-36-text-006">
            <a:extLst xmlns:a="http://schemas.openxmlformats.org/drawingml/2006/main">
              <a:ext uri="{FF2B5EF4-FFF2-40B4-BE49-F238E27FC236}">
                <a16:creationId xmlns:a16="http://schemas.microsoft.com/office/drawing/2014/main" id="{F42EACC0-653C-4665-BCB2-D24747345500}"/>
              </a:ext>
            </a:extLst>
          </p:cNvPr>
          <p:cNvSpPr>
            <a:spLocks xmlns:a="http://schemas.openxmlformats.org/drawingml/2006/main" noGrp="1"/>
          </p:cNvSpPr>
          <p:nvPr/>
        </p:nvSpPr>
        <p:spPr>
          <a:xfrm xmlns:a="http://schemas.openxmlformats.org/drawingml/2006/main">
            <a:off x="9345216" y="6115050"/>
            <a:ext cx="111323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2026.04.14</a:t>
            </a:r>
          </a:p>
        </p:txBody>
      </p:sp>
      <p:sp>
        <p:nvSpPr>
          <p:cNvPr id="8" name="paper-36-text-007">
            <a:extLst xmlns:a="http://schemas.openxmlformats.org/drawingml/2006/main">
              <a:ext uri="{FF2B5EF4-FFF2-40B4-BE49-F238E27FC236}">
                <a16:creationId xmlns:a16="http://schemas.microsoft.com/office/drawing/2014/main" id="{5DFF5E81-7E4D-42FA-8D38-803296B6E4A0}"/>
              </a:ext>
            </a:extLst>
          </p:cNvPr>
          <p:cNvSpPr>
            <a:spLocks xmlns:a="http://schemas.openxmlformats.org/drawingml/2006/main" noGrp="1"/>
          </p:cNvSpPr>
          <p:nvPr/>
        </p:nvSpPr>
        <p:spPr>
          <a:xfrm xmlns:a="http://schemas.openxmlformats.org/drawingml/2006/main">
            <a:off x="1238250" y="6494907"/>
            <a:ext cx="9316974" cy="8618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i="0">
                <a:solidFill>
                  <a:srgbClr val="202124"/>
                </a:solidFill>
                <a:latin typeface="Noto Sans KR"/>
                <a:ea typeface="Noto Sans KR"/>
                <a:cs typeface="Noto Sans KR"/>
              </a:defRPr>
            </a:pPr>
            <a:r>
              <a:rPr sz="2400" b="1" i="0">
                <a:solidFill>
                  <a:srgbClr val="202124"/>
                </a:solidFill>
                <a:latin typeface="Noto Sans KR"/>
                <a:ea typeface="Noto Sans KR"/>
                <a:cs typeface="Noto Sans KR"/>
              </a:rPr>
              <a:t>2027년 2분기 신규 데이터센터 오픈 계획</a:t>
            </a:r>
          </a:p>
          <a:p xmlns:a="http://schemas.openxmlformats.org/drawingml/2006/main">
            <a:pPr algn="l">
              <a:defRPr sz="2400" b="1" i="0">
                <a:solidFill>
                  <a:srgbClr val="202124"/>
                </a:solidFill>
                <a:latin typeface="Noto Sans KR"/>
                <a:ea typeface="Noto Sans KR"/>
                <a:cs typeface="Noto Sans KR"/>
              </a:defRPr>
            </a:pPr>
            <a:r>
              <a:rPr sz="2400" b="1" i="0">
                <a:solidFill>
                  <a:srgbClr val="202124"/>
                </a:solidFill>
                <a:latin typeface="Noto Sans KR"/>
                <a:ea typeface="Noto Sans KR"/>
                <a:cs typeface="Noto Sans KR"/>
              </a:rPr>
              <a:t>AI 인프라 사업 본격 확대</a:t>
            </a:r>
          </a:p>
        </p:txBody>
      </p:sp>
      <p:sp>
        <p:nvSpPr>
          <p:cNvPr id="9" name="paper-36-text-008">
            <a:extLst xmlns:a="http://schemas.openxmlformats.org/drawingml/2006/main">
              <a:ext uri="{FF2B5EF4-FFF2-40B4-BE49-F238E27FC236}">
                <a16:creationId xmlns:a16="http://schemas.microsoft.com/office/drawing/2014/main" id="{BAB038FE-3F3D-421E-81B3-A65CA88F3344}"/>
              </a:ext>
            </a:extLst>
          </p:cNvPr>
          <p:cNvSpPr>
            <a:spLocks xmlns:a="http://schemas.openxmlformats.org/drawingml/2006/main" noGrp="1"/>
          </p:cNvSpPr>
          <p:nvPr/>
        </p:nvSpPr>
        <p:spPr>
          <a:xfrm xmlns:a="http://schemas.openxmlformats.org/drawingml/2006/main">
            <a:off x="1238250" y="7429500"/>
            <a:ext cx="924306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i="0">
                <a:solidFill>
                  <a:srgbClr val="5F6368"/>
                </a:solidFill>
                <a:latin typeface="Noto Sans KR"/>
                <a:ea typeface="Noto Sans KR"/>
                <a:cs typeface="Noto Sans KR"/>
              </a:defRPr>
            </a:pPr>
            <a:r>
              <a:rPr sz="1725" b="0" i="0">
                <a:solidFill>
                  <a:srgbClr val="5F6368"/>
                </a:solidFill>
                <a:latin typeface="Noto Sans KR"/>
                <a:ea typeface="Noto Sans KR"/>
                <a:cs typeface="Noto Sans KR"/>
              </a:rPr>
              <a:t>공개된 일정은 데이터센터 오픈 시점</a:t>
            </a:r>
          </a:p>
        </p:txBody>
      </p:sp>
      <p:sp>
        <p:nvSpPr>
          <p:cNvPr id="10" name="paper-36-text-009">
            <a:extLst xmlns:a="http://schemas.openxmlformats.org/drawingml/2006/main">
              <a:ext uri="{FF2B5EF4-FFF2-40B4-BE49-F238E27FC236}">
                <a16:creationId xmlns:a16="http://schemas.microsoft.com/office/drawing/2014/main" id="{7C2E4B11-51B2-4A87-9037-D08677904704}"/>
              </a:ext>
            </a:extLst>
          </p:cNvPr>
          <p:cNvSpPr>
            <a:spLocks xmlns:a="http://schemas.openxmlformats.org/drawingml/2006/main" noGrp="1"/>
          </p:cNvSpPr>
          <p:nvPr/>
        </p:nvSpPr>
        <p:spPr>
          <a:xfrm xmlns:a="http://schemas.openxmlformats.org/drawingml/2006/main">
            <a:off x="10944225" y="2838450"/>
            <a:ext cx="20582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i="0">
                <a:solidFill>
                  <a:srgbClr val="1A73E8"/>
                </a:solidFill>
                <a:latin typeface="Noto Sans KR"/>
                <a:ea typeface="Noto Sans KR"/>
                <a:cs typeface="Noto Sans KR"/>
              </a:defRPr>
            </a:pPr>
            <a:r>
              <a:rPr sz="1650" b="1" i="0">
                <a:solidFill>
                  <a:srgbClr val="1A73E8"/>
                </a:solidFill>
                <a:latin typeface="Noto Sans KR"/>
                <a:ea typeface="Noto Sans KR"/>
                <a:cs typeface="Noto Sans KR"/>
              </a:rPr>
              <a:t>다우데이타 공식 발표</a:t>
            </a:r>
          </a:p>
        </p:txBody>
      </p:sp>
      <p:sp>
        <p:nvSpPr>
          <p:cNvPr id="11" name="paper-36-text-010">
            <a:extLst xmlns:a="http://schemas.openxmlformats.org/drawingml/2006/main">
              <a:ext uri="{FF2B5EF4-FFF2-40B4-BE49-F238E27FC236}">
                <a16:creationId xmlns:a16="http://schemas.microsoft.com/office/drawing/2014/main" id="{F19EBC62-4C22-45A7-AFD8-8623476E87A2}"/>
              </a:ext>
            </a:extLst>
          </p:cNvPr>
          <p:cNvSpPr>
            <a:spLocks xmlns:a="http://schemas.openxmlformats.org/drawingml/2006/main" noGrp="1"/>
          </p:cNvSpPr>
          <p:nvPr/>
        </p:nvSpPr>
        <p:spPr>
          <a:xfrm xmlns:a="http://schemas.openxmlformats.org/drawingml/2006/main">
            <a:off x="16403241" y="2847975"/>
            <a:ext cx="111323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2025.12.05</a:t>
            </a:r>
          </a:p>
        </p:txBody>
      </p:sp>
      <p:sp>
        <p:nvSpPr>
          <p:cNvPr id="12" name="paper-36-text-011">
            <a:extLst xmlns:a="http://schemas.openxmlformats.org/drawingml/2006/main">
              <a:ext uri="{FF2B5EF4-FFF2-40B4-BE49-F238E27FC236}">
                <a16:creationId xmlns:a16="http://schemas.microsoft.com/office/drawing/2014/main" id="{4ED430E3-E9DF-47CA-87EB-399B07358041}"/>
              </a:ext>
            </a:extLst>
          </p:cNvPr>
          <p:cNvSpPr>
            <a:spLocks xmlns:a="http://schemas.openxmlformats.org/drawingml/2006/main" noGrp="1"/>
          </p:cNvSpPr>
          <p:nvPr/>
        </p:nvSpPr>
        <p:spPr>
          <a:xfrm xmlns:a="http://schemas.openxmlformats.org/drawingml/2006/main">
            <a:off x="10944225" y="3312890"/>
            <a:ext cx="6685788" cy="921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i="0">
                <a:solidFill>
                  <a:srgbClr val="202124"/>
                </a:solidFill>
                <a:latin typeface="Noto Sans KR"/>
                <a:ea typeface="Noto Sans KR"/>
                <a:cs typeface="Noto Sans KR"/>
              </a:defRPr>
            </a:pPr>
            <a:r>
              <a:rPr sz="2550" b="1" i="0">
                <a:solidFill>
                  <a:srgbClr val="202124"/>
                </a:solidFill>
                <a:latin typeface="Noto Sans KR"/>
                <a:ea typeface="Noto Sans KR"/>
                <a:cs typeface="Noto Sans KR"/>
              </a:rPr>
              <a:t>Rescale 국내 공급 파트너로</a:t>
            </a:r>
          </a:p>
          <a:p xmlns:a="http://schemas.openxmlformats.org/drawingml/2006/main">
            <a:pPr algn="l">
              <a:defRPr sz="2550" b="1" i="0">
                <a:solidFill>
                  <a:srgbClr val="202124"/>
                </a:solidFill>
                <a:latin typeface="Noto Sans KR"/>
                <a:ea typeface="Noto Sans KR"/>
                <a:cs typeface="Noto Sans KR"/>
              </a:defRPr>
            </a:pPr>
            <a:r>
              <a:rPr sz="2550" b="1" i="0">
                <a:solidFill>
                  <a:srgbClr val="202124"/>
                </a:solidFill>
                <a:latin typeface="Noto Sans KR"/>
                <a:ea typeface="Noto Sans KR"/>
                <a:cs typeface="Noto Sans KR"/>
              </a:rPr>
              <a:t>AI·HPC 사업 확대</a:t>
            </a:r>
          </a:p>
        </p:txBody>
      </p:sp>
      <p:sp>
        <p:nvSpPr>
          <p:cNvPr id="13" name="paper-36-text-012">
            <a:extLst xmlns:a="http://schemas.openxmlformats.org/drawingml/2006/main">
              <a:ext uri="{FF2B5EF4-FFF2-40B4-BE49-F238E27FC236}">
                <a16:creationId xmlns:a16="http://schemas.microsoft.com/office/drawing/2014/main" id="{DFB1D12E-54F8-45EB-87B0-D390B224F517}"/>
              </a:ext>
            </a:extLst>
          </p:cNvPr>
          <p:cNvSpPr>
            <a:spLocks xmlns:a="http://schemas.openxmlformats.org/drawingml/2006/main" noGrp="1"/>
          </p:cNvSpPr>
          <p:nvPr/>
        </p:nvSpPr>
        <p:spPr>
          <a:xfrm xmlns:a="http://schemas.openxmlformats.org/drawingml/2006/main">
            <a:off x="10944225" y="4343400"/>
            <a:ext cx="660273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5F6368"/>
                </a:solidFill>
                <a:latin typeface="Noto Sans KR"/>
                <a:ea typeface="Noto Sans KR"/>
                <a:cs typeface="Noto Sans KR"/>
              </a:defRPr>
            </a:pPr>
            <a:r>
              <a:rPr sz="1800" b="0" i="0">
                <a:solidFill>
                  <a:srgbClr val="5F6368"/>
                </a:solidFill>
                <a:latin typeface="Noto Sans KR"/>
                <a:ea typeface="Noto Sans KR"/>
                <a:cs typeface="Noto Sans KR"/>
              </a:rPr>
              <a:t>기업의 AI·HPC 도입과 운영 지원 접점</a:t>
            </a:r>
          </a:p>
        </p:txBody>
      </p:sp>
      <p:sp>
        <p:nvSpPr>
          <p:cNvPr id="14" name="paper-36-text-013">
            <a:extLst xmlns:a="http://schemas.openxmlformats.org/drawingml/2006/main">
              <a:ext uri="{FF2B5EF4-FFF2-40B4-BE49-F238E27FC236}">
                <a16:creationId xmlns:a16="http://schemas.microsoft.com/office/drawing/2014/main" id="{99F7A732-431E-41DD-9D17-3BF9E89E73B6}"/>
              </a:ext>
            </a:extLst>
          </p:cNvPr>
          <p:cNvSpPr>
            <a:spLocks xmlns:a="http://schemas.openxmlformats.org/drawingml/2006/main" noGrp="1"/>
          </p:cNvSpPr>
          <p:nvPr/>
        </p:nvSpPr>
        <p:spPr>
          <a:xfrm xmlns:a="http://schemas.openxmlformats.org/drawingml/2006/main">
            <a:off x="11277600" y="5619750"/>
            <a:ext cx="596074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i="0">
                <a:solidFill>
                  <a:srgbClr val="1A73E8"/>
                </a:solidFill>
                <a:latin typeface="Arial"/>
                <a:ea typeface="Arial"/>
                <a:cs typeface="Arial"/>
              </a:defRPr>
            </a:pPr>
            <a:r>
              <a:rPr sz="1575" b="1" i="0">
                <a:solidFill>
                  <a:srgbClr val="1A73E8"/>
                </a:solidFill>
                <a:latin typeface="Arial"/>
                <a:ea typeface="Arial"/>
                <a:cs typeface="Arial"/>
              </a:rPr>
              <a:t>GPU RESOURCE · PROVIDER &amp; TIMING</a:t>
            </a:r>
          </a:p>
        </p:txBody>
      </p:sp>
      <p:sp>
        <p:nvSpPr>
          <p:cNvPr id="15" name="paper-36-text-014">
            <a:extLst xmlns:a="http://schemas.openxmlformats.org/drawingml/2006/main">
              <a:ext uri="{FF2B5EF4-FFF2-40B4-BE49-F238E27FC236}">
                <a16:creationId xmlns:a16="http://schemas.microsoft.com/office/drawing/2014/main" id="{93796809-1DFA-40E8-AA6C-E9DEB89917A6}"/>
              </a:ext>
            </a:extLst>
          </p:cNvPr>
          <p:cNvSpPr>
            <a:spLocks xmlns:a="http://schemas.openxmlformats.org/drawingml/2006/main" noGrp="1"/>
          </p:cNvSpPr>
          <p:nvPr/>
        </p:nvSpPr>
        <p:spPr>
          <a:xfrm xmlns:a="http://schemas.openxmlformats.org/drawingml/2006/main">
            <a:off x="11277600" y="6115050"/>
            <a:ext cx="277749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i="0">
                <a:solidFill>
                  <a:srgbClr val="202124"/>
                </a:solidFill>
                <a:latin typeface="Noto Sans KR"/>
                <a:ea typeface="Noto Sans KR"/>
                <a:cs typeface="Noto Sans KR"/>
              </a:defRPr>
            </a:pPr>
            <a:r>
              <a:rPr sz="1650" b="1" i="0">
                <a:solidFill>
                  <a:srgbClr val="202124"/>
                </a:solidFill>
                <a:latin typeface="Noto Sans KR"/>
                <a:ea typeface="Noto Sans KR"/>
                <a:cs typeface="Noto Sans KR"/>
              </a:rPr>
              <a:t>공급 주체</a:t>
            </a:r>
          </a:p>
        </p:txBody>
      </p:sp>
      <p:sp>
        <p:nvSpPr>
          <p:cNvPr id="16" name="paper-36-text-015">
            <a:extLst xmlns:a="http://schemas.openxmlformats.org/drawingml/2006/main">
              <a:ext uri="{FF2B5EF4-FFF2-40B4-BE49-F238E27FC236}">
                <a16:creationId xmlns:a16="http://schemas.microsoft.com/office/drawing/2014/main" id="{B9D94A1D-709B-4371-99DF-1D5424AE220B}"/>
              </a:ext>
            </a:extLst>
          </p:cNvPr>
          <p:cNvSpPr>
            <a:spLocks xmlns:a="http://schemas.openxmlformats.org/drawingml/2006/main" noGrp="1"/>
          </p:cNvSpPr>
          <p:nvPr/>
        </p:nvSpPr>
        <p:spPr>
          <a:xfrm xmlns:a="http://schemas.openxmlformats.org/drawingml/2006/main">
            <a:off x="11277600" y="6496050"/>
            <a:ext cx="2817114"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Rescale</a:t>
            </a:r>
          </a:p>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GPU Cloud 제공</a:t>
            </a:r>
          </a:p>
        </p:txBody>
      </p:sp>
      <p:sp>
        <p:nvSpPr>
          <p:cNvPr id="17" name="paper-36-text-016">
            <a:extLst xmlns:a="http://schemas.openxmlformats.org/drawingml/2006/main">
              <a:ext uri="{FF2B5EF4-FFF2-40B4-BE49-F238E27FC236}">
                <a16:creationId xmlns:a16="http://schemas.microsoft.com/office/drawing/2014/main" id="{BD489CA2-B755-434E-90D1-74EE3DA6FB9A}"/>
              </a:ext>
            </a:extLst>
          </p:cNvPr>
          <p:cNvSpPr>
            <a:spLocks xmlns:a="http://schemas.openxmlformats.org/drawingml/2006/main" noGrp="1"/>
          </p:cNvSpPr>
          <p:nvPr/>
        </p:nvSpPr>
        <p:spPr>
          <a:xfrm xmlns:a="http://schemas.openxmlformats.org/drawingml/2006/main">
            <a:off x="14354175" y="6115050"/>
            <a:ext cx="243905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i="0">
                <a:solidFill>
                  <a:srgbClr val="202124"/>
                </a:solidFill>
                <a:latin typeface="Noto Sans KR"/>
                <a:ea typeface="Noto Sans KR"/>
                <a:cs typeface="Noto Sans KR"/>
              </a:defRPr>
            </a:pPr>
            <a:r>
              <a:rPr sz="1650" b="1" i="0">
                <a:solidFill>
                  <a:srgbClr val="202124"/>
                </a:solidFill>
                <a:latin typeface="Noto Sans KR"/>
                <a:ea typeface="Noto Sans KR"/>
                <a:cs typeface="Noto Sans KR"/>
              </a:rPr>
              <a:t>ATHENA 연결 기준</a:t>
            </a:r>
          </a:p>
        </p:txBody>
      </p:sp>
      <p:sp>
        <p:nvSpPr>
          <p:cNvPr id="18" name="paper-36-text-017">
            <a:extLst xmlns:a="http://schemas.openxmlformats.org/drawingml/2006/main">
              <a:ext uri="{FF2B5EF4-FFF2-40B4-BE49-F238E27FC236}">
                <a16:creationId xmlns:a16="http://schemas.microsoft.com/office/drawing/2014/main" id="{940B7056-5AB9-4FFE-ABE8-6AA0ADEC2FE0}"/>
              </a:ext>
            </a:extLst>
          </p:cNvPr>
          <p:cNvSpPr>
            <a:spLocks xmlns:a="http://schemas.openxmlformats.org/drawingml/2006/main" noGrp="1"/>
          </p:cNvSpPr>
          <p:nvPr/>
        </p:nvSpPr>
        <p:spPr>
          <a:xfrm xmlns:a="http://schemas.openxmlformats.org/drawingml/2006/main">
            <a:off x="14354175" y="6496050"/>
            <a:ext cx="247867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GPU 서버 확보·가동</a:t>
            </a:r>
          </a:p>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일정 확인</a:t>
            </a:r>
          </a:p>
        </p:txBody>
      </p:sp>
      <p:sp>
        <p:nvSpPr>
          <p:cNvPr id="19" name="paper-36-text-018">
            <a:extLst xmlns:a="http://schemas.openxmlformats.org/drawingml/2006/main">
              <a:ext uri="{FF2B5EF4-FFF2-40B4-BE49-F238E27FC236}">
                <a16:creationId xmlns:a16="http://schemas.microsoft.com/office/drawing/2014/main" id="{4978C5E9-D0BF-4E3E-AD3F-69C99B6B44C0}"/>
              </a:ext>
            </a:extLst>
          </p:cNvPr>
          <p:cNvSpPr>
            <a:spLocks xmlns:a="http://schemas.openxmlformats.org/drawingml/2006/main" noGrp="1"/>
          </p:cNvSpPr>
          <p:nvPr/>
        </p:nvSpPr>
        <p:spPr>
          <a:xfrm xmlns:a="http://schemas.openxmlformats.org/drawingml/2006/main">
            <a:off x="1323975" y="8582025"/>
            <a:ext cx="260223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i="0">
                <a:solidFill>
                  <a:srgbClr val="8AB4F8"/>
                </a:solidFill>
                <a:latin typeface="Noto Sans KR"/>
                <a:ea typeface="Noto Sans KR"/>
                <a:cs typeface="Noto Sans KR"/>
              </a:defRPr>
            </a:pPr>
            <a:r>
              <a:rPr sz="1800" b="1" i="0">
                <a:solidFill>
                  <a:srgbClr val="8AB4F8"/>
                </a:solidFill>
                <a:latin typeface="Noto Sans KR"/>
                <a:ea typeface="Noto Sans KR"/>
                <a:cs typeface="Noto Sans KR"/>
              </a:rPr>
              <a:t>ATHENA 적용 시사점</a:t>
            </a:r>
          </a:p>
        </p:txBody>
      </p:sp>
      <p:sp>
        <p:nvSpPr>
          <p:cNvPr id="20" name="paper-36-text-019">
            <a:extLst xmlns:a="http://schemas.openxmlformats.org/drawingml/2006/main">
              <a:ext uri="{FF2B5EF4-FFF2-40B4-BE49-F238E27FC236}">
                <a16:creationId xmlns:a16="http://schemas.microsoft.com/office/drawing/2014/main" id="{36DED379-2512-469C-A755-DB5045C6F1F8}"/>
              </a:ext>
            </a:extLst>
          </p:cNvPr>
          <p:cNvSpPr>
            <a:spLocks xmlns:a="http://schemas.openxmlformats.org/drawingml/2006/main" noGrp="1"/>
          </p:cNvSpPr>
          <p:nvPr/>
        </p:nvSpPr>
        <p:spPr>
          <a:xfrm xmlns:a="http://schemas.openxmlformats.org/drawingml/2006/main">
            <a:off x="3705225" y="8533924"/>
            <a:ext cx="9458861"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i="0">
                <a:solidFill>
                  <a:srgbClr val="FFFFFF"/>
                </a:solidFill>
                <a:latin typeface="Noto Sans KR"/>
                <a:ea typeface="Noto Sans KR"/>
                <a:cs typeface="Noto Sans KR"/>
              </a:defRPr>
            </a:pPr>
            <a:r>
              <a:rPr sz="2250" b="0" i="0">
                <a:solidFill>
                  <a:srgbClr val="FFFFFF"/>
                </a:solidFill>
                <a:latin typeface="Noto Sans KR"/>
                <a:ea typeface="Noto Sans KR"/>
                <a:cs typeface="Noto Sans KR"/>
              </a:rPr>
              <a:t>GPU 자원 확보 일정에 맞춰 모델 학습·추론과 API 서빙을 그룹 인프라에 연계</a:t>
            </a:r>
          </a:p>
        </p:txBody>
      </p:sp>
      <p:sp>
        <p:nvSpPr>
          <p:cNvPr id="21" name="paper-36-text-020">
            <a:extLst xmlns:a="http://schemas.openxmlformats.org/drawingml/2006/main">
              <a:ext uri="{FF2B5EF4-FFF2-40B4-BE49-F238E27FC236}">
                <a16:creationId xmlns:a16="http://schemas.microsoft.com/office/drawing/2014/main" id="{45D8A44B-1213-44D4-89D0-2E229FD75E49}"/>
              </a:ext>
            </a:extLst>
          </p:cNvPr>
          <p:cNvSpPr>
            <a:spLocks xmlns:a="http://schemas.openxmlformats.org/drawingml/2006/main" noGrp="1"/>
          </p:cNvSpPr>
          <p:nvPr/>
        </p:nvSpPr>
        <p:spPr>
          <a:xfrm xmlns:a="http://schemas.openxmlformats.org/drawingml/2006/main">
            <a:off x="942975" y="9563100"/>
            <a:ext cx="609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Sources: 다우기술 IDC 공식 발표 · 다우데이타 PR · Rescale GPU Cloud</a:t>
            </a:r>
          </a:p>
        </p:txBody>
      </p:sp>
      <p:sp>
        <p:nvSpPr>
          <p:cNvPr id="22" name="paper-36-text-021">
            <a:extLst xmlns:a="http://schemas.openxmlformats.org/drawingml/2006/main">
              <a:ext uri="{FF2B5EF4-FFF2-40B4-BE49-F238E27FC236}">
                <a16:creationId xmlns:a16="http://schemas.microsoft.com/office/drawing/2014/main" id="{120C43CF-8FE6-4BDE-81AC-ED415139AA7C}"/>
              </a:ext>
            </a:extLst>
          </p:cNvPr>
          <p:cNvSpPr>
            <a:spLocks xmlns:a="http://schemas.openxmlformats.org/drawingml/2006/main" noGrp="1"/>
          </p:cNvSpPr>
          <p:nvPr/>
        </p:nvSpPr>
        <p:spPr>
          <a:xfrm xmlns:a="http://schemas.openxmlformats.org/drawingml/2006/main">
            <a:off x="14758690" y="9563100"/>
            <a:ext cx="275778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2027 Q2 · 데이터센터 오픈 계획</a:t>
            </a:r>
          </a:p>
        </p:txBody>
      </p:sp>
    </p:spTree>
    <p:extLst>
      <p:ext uri="{BB962C8B-B14F-4D97-AF65-F5344CB8AC3E}">
        <p14:creationId xmlns:p14="http://schemas.microsoft.com/office/powerpoint/2010/main" val="7489761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4be44e79fd048e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7-text-001">
            <a:extLst xmlns:a="http://schemas.openxmlformats.org/drawingml/2006/main">
              <a:ext uri="{FF2B5EF4-FFF2-40B4-BE49-F238E27FC236}">
                <a16:creationId xmlns:a16="http://schemas.microsoft.com/office/drawing/2014/main" id="{2E5429F6-3DA5-42D2-B42C-DF2D0692AA49}"/>
              </a:ext>
            </a:extLst>
          </p:cNvPr>
          <p:cNvSpPr>
            <a:spLocks xmlns:a="http://schemas.openxmlformats.org/drawingml/2006/main" noGrp="1"/>
          </p:cNvSpPr>
          <p:nvPr/>
        </p:nvSpPr>
        <p:spPr>
          <a:xfrm xmlns:a="http://schemas.openxmlformats.org/drawingml/2006/main">
            <a:off x="942975" y="276225"/>
            <a:ext cx="1658874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5F6368"/>
                </a:solidFill>
                <a:latin typeface="Noto Sans KR"/>
                <a:ea typeface="Noto Sans KR"/>
                <a:cs typeface="Noto Sans KR"/>
              </a:defRPr>
            </a:pPr>
            <a:r>
              <a:rPr sz="1650" b="0" i="0">
                <a:solidFill>
                  <a:srgbClr val="5F6368"/>
                </a:solidFill>
                <a:latin typeface="Noto Sans KR"/>
                <a:ea typeface="Noto Sans KR"/>
                <a:cs typeface="Noto Sans KR"/>
              </a:rPr>
              <a:t>03 · 그룹 인프라·데이터센터 연계</a:t>
            </a:r>
          </a:p>
        </p:txBody>
      </p:sp>
      <p:sp>
        <p:nvSpPr>
          <p:cNvPr id="3" name="paper-37-text-002">
            <a:extLst xmlns:a="http://schemas.openxmlformats.org/drawingml/2006/main">
              <a:ext uri="{FF2B5EF4-FFF2-40B4-BE49-F238E27FC236}">
                <a16:creationId xmlns:a16="http://schemas.microsoft.com/office/drawing/2014/main" id="{3871D75E-0837-49C3-A46F-B538A8254FB1}"/>
              </a:ext>
            </a:extLst>
          </p:cNvPr>
          <p:cNvSpPr>
            <a:spLocks xmlns:a="http://schemas.openxmlformats.org/drawingml/2006/main" noGrp="1"/>
          </p:cNvSpPr>
          <p:nvPr/>
        </p:nvSpPr>
        <p:spPr>
          <a:xfrm xmlns:a="http://schemas.openxmlformats.org/drawingml/2006/main">
            <a:off x="942975" y="683514"/>
            <a:ext cx="11900815" cy="885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0" i="0">
                <a:solidFill>
                  <a:srgbClr val="202124"/>
                </a:solidFill>
                <a:latin typeface="Noto Sans KR"/>
                <a:ea typeface="Noto Sans KR"/>
                <a:cs typeface="Noto Sans KR"/>
              </a:defRPr>
            </a:pPr>
            <a:r>
              <a:rPr sz="4800" b="0" i="0">
                <a:solidFill>
                  <a:srgbClr val="202124"/>
                </a:solidFill>
                <a:latin typeface="Noto Sans KR"/>
                <a:ea typeface="Noto Sans KR"/>
                <a:cs typeface="Noto Sans KR"/>
              </a:rPr>
              <a:t>그룹 인프라 위에 금융 AI와 두 수익 경로를 연결</a:t>
            </a:r>
          </a:p>
        </p:txBody>
      </p:sp>
      <p:sp>
        <p:nvSpPr>
          <p:cNvPr id="4" name="paper-37-text-003">
            <a:extLst xmlns:a="http://schemas.openxmlformats.org/drawingml/2006/main">
              <a:ext uri="{FF2B5EF4-FFF2-40B4-BE49-F238E27FC236}">
                <a16:creationId xmlns:a16="http://schemas.microsoft.com/office/drawing/2014/main" id="{2D07C627-3748-4D3A-B447-E69A19F9C1D0}"/>
              </a:ext>
            </a:extLst>
          </p:cNvPr>
          <p:cNvSpPr>
            <a:spLocks xmlns:a="http://schemas.openxmlformats.org/drawingml/2006/main" noGrp="1"/>
          </p:cNvSpPr>
          <p:nvPr/>
        </p:nvSpPr>
        <p:spPr>
          <a:xfrm xmlns:a="http://schemas.openxmlformats.org/drawingml/2006/main">
            <a:off x="942975" y="1666875"/>
            <a:ext cx="10996559"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5F6368"/>
                </a:solidFill>
                <a:latin typeface="Noto Sans KR"/>
                <a:ea typeface="Noto Sans KR"/>
                <a:cs typeface="Noto Sans KR"/>
              </a:defRPr>
            </a:pPr>
            <a:r>
              <a:rPr sz="2025" b="0" i="0">
                <a:solidFill>
                  <a:srgbClr val="5F6368"/>
                </a:solidFill>
                <a:latin typeface="Noto Sans KR"/>
                <a:ea typeface="Noto Sans KR"/>
                <a:cs typeface="Noto Sans KR"/>
              </a:rPr>
              <a:t>모델 API 사용료는 ATHENA로, 서비스 이용에서 발생한 추가 거래 수수료는 키움증권으로 연결합니다</a:t>
            </a:r>
          </a:p>
        </p:txBody>
      </p:sp>
      <p:sp>
        <p:nvSpPr>
          <p:cNvPr id="5" name="paper-37-text-004">
            <a:extLst xmlns:a="http://schemas.openxmlformats.org/drawingml/2006/main">
              <a:ext uri="{FF2B5EF4-FFF2-40B4-BE49-F238E27FC236}">
                <a16:creationId xmlns:a16="http://schemas.microsoft.com/office/drawing/2014/main" id="{77C0B8A2-8316-4D6A-B54C-DC3FD38C6D95}"/>
              </a:ext>
            </a:extLst>
          </p:cNvPr>
          <p:cNvSpPr>
            <a:spLocks xmlns:a="http://schemas.openxmlformats.org/drawingml/2006/main" noGrp="1"/>
          </p:cNvSpPr>
          <p:nvPr/>
        </p:nvSpPr>
        <p:spPr>
          <a:xfrm xmlns:a="http://schemas.openxmlformats.org/drawingml/2006/main">
            <a:off x="1209675" y="2618232"/>
            <a:ext cx="1408992"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202124"/>
                </a:solidFill>
                <a:latin typeface="Noto Sans KR"/>
                <a:ea typeface="Noto Sans KR"/>
                <a:cs typeface="Noto Sans KR"/>
              </a:defRPr>
            </a:pPr>
            <a:r>
              <a:rPr sz="2400" b="0" i="0">
                <a:solidFill>
                  <a:srgbClr val="202124"/>
                </a:solidFill>
                <a:latin typeface="Noto Sans KR"/>
                <a:ea typeface="Noto Sans KR"/>
                <a:cs typeface="Noto Sans KR"/>
              </a:rPr>
              <a:t>다우기술</a:t>
            </a:r>
          </a:p>
        </p:txBody>
      </p:sp>
      <p:sp>
        <p:nvSpPr>
          <p:cNvPr id="6" name="paper-37-text-005">
            <a:extLst xmlns:a="http://schemas.openxmlformats.org/drawingml/2006/main">
              <a:ext uri="{FF2B5EF4-FFF2-40B4-BE49-F238E27FC236}">
                <a16:creationId xmlns:a16="http://schemas.microsoft.com/office/drawing/2014/main" id="{AFCE0F35-00AB-4258-844E-4900332EF632}"/>
              </a:ext>
            </a:extLst>
          </p:cNvPr>
          <p:cNvSpPr>
            <a:spLocks xmlns:a="http://schemas.openxmlformats.org/drawingml/2006/main" noGrp="1"/>
          </p:cNvSpPr>
          <p:nvPr/>
        </p:nvSpPr>
        <p:spPr>
          <a:xfrm xmlns:a="http://schemas.openxmlformats.org/drawingml/2006/main">
            <a:off x="2598093" y="2676525"/>
            <a:ext cx="2222659"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5F6368"/>
                </a:solidFill>
                <a:latin typeface="Noto Sans KR"/>
                <a:ea typeface="Noto Sans KR"/>
                <a:cs typeface="Noto Sans KR"/>
              </a:defRPr>
            </a:pPr>
            <a:r>
              <a:rPr sz="1650" b="0" i="0">
                <a:solidFill>
                  <a:srgbClr val="5F6368"/>
                </a:solidFill>
                <a:latin typeface="Noto Sans KR"/>
                <a:ea typeface="Noto Sans KR"/>
                <a:cs typeface="Noto Sans KR"/>
              </a:rPr>
              <a:t>데이터센터 · 운영 기반</a:t>
            </a:r>
          </a:p>
        </p:txBody>
      </p:sp>
      <p:sp>
        <p:nvSpPr>
          <p:cNvPr id="7" name="paper-37-text-006">
            <a:extLst xmlns:a="http://schemas.openxmlformats.org/drawingml/2006/main">
              <a:ext uri="{FF2B5EF4-FFF2-40B4-BE49-F238E27FC236}">
                <a16:creationId xmlns:a16="http://schemas.microsoft.com/office/drawing/2014/main" id="{AC6EF7A7-330D-4F85-94DF-4081E30067A1}"/>
              </a:ext>
            </a:extLst>
          </p:cNvPr>
          <p:cNvSpPr>
            <a:spLocks xmlns:a="http://schemas.openxmlformats.org/drawingml/2006/main" noGrp="1"/>
          </p:cNvSpPr>
          <p:nvPr/>
        </p:nvSpPr>
        <p:spPr>
          <a:xfrm xmlns:a="http://schemas.openxmlformats.org/drawingml/2006/main">
            <a:off x="1209675" y="3152775"/>
            <a:ext cx="770458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202124"/>
                </a:solidFill>
                <a:latin typeface="Noto Sans KR"/>
                <a:ea typeface="Noto Sans KR"/>
                <a:cs typeface="Noto Sans KR"/>
              </a:defRPr>
            </a:pPr>
            <a:r>
              <a:rPr sz="1950" b="0" i="0">
                <a:solidFill>
                  <a:srgbClr val="202124"/>
                </a:solidFill>
                <a:latin typeface="Noto Sans KR"/>
                <a:ea typeface="Noto Sans KR"/>
                <a:cs typeface="Noto Sans KR"/>
              </a:rPr>
              <a:t>2027년 2분기 신규 센터 오픈 계획과 연계</a:t>
            </a:r>
          </a:p>
        </p:txBody>
      </p:sp>
      <p:sp>
        <p:nvSpPr>
          <p:cNvPr id="8" name="paper-37-text-007">
            <a:extLst xmlns:a="http://schemas.openxmlformats.org/drawingml/2006/main">
              <a:ext uri="{FF2B5EF4-FFF2-40B4-BE49-F238E27FC236}">
                <a16:creationId xmlns:a16="http://schemas.microsoft.com/office/drawing/2014/main" id="{9FA697F1-A2F2-4DBB-BE32-B082F4986979}"/>
              </a:ext>
            </a:extLst>
          </p:cNvPr>
          <p:cNvSpPr>
            <a:spLocks xmlns:a="http://schemas.openxmlformats.org/drawingml/2006/main" noGrp="1"/>
          </p:cNvSpPr>
          <p:nvPr/>
        </p:nvSpPr>
        <p:spPr>
          <a:xfrm xmlns:a="http://schemas.openxmlformats.org/drawingml/2006/main">
            <a:off x="9591675" y="2618232"/>
            <a:ext cx="1689384"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202124"/>
                </a:solidFill>
                <a:latin typeface="Noto Sans KR"/>
                <a:ea typeface="Noto Sans KR"/>
                <a:cs typeface="Noto Sans KR"/>
              </a:defRPr>
            </a:pPr>
            <a:r>
              <a:rPr sz="2400" b="0" i="0">
                <a:solidFill>
                  <a:srgbClr val="202124"/>
                </a:solidFill>
                <a:latin typeface="Noto Sans KR"/>
                <a:ea typeface="Noto Sans KR"/>
                <a:cs typeface="Noto Sans KR"/>
              </a:rPr>
              <a:t>다우데이타</a:t>
            </a:r>
          </a:p>
        </p:txBody>
      </p:sp>
      <p:sp>
        <p:nvSpPr>
          <p:cNvPr id="9" name="paper-37-text-008">
            <a:extLst xmlns:a="http://schemas.openxmlformats.org/drawingml/2006/main">
              <a:ext uri="{FF2B5EF4-FFF2-40B4-BE49-F238E27FC236}">
                <a16:creationId xmlns:a16="http://schemas.microsoft.com/office/drawing/2014/main" id="{466C2857-E9EA-4AA1-8493-30E04D880E7B}"/>
              </a:ext>
            </a:extLst>
          </p:cNvPr>
          <p:cNvSpPr>
            <a:spLocks xmlns:a="http://schemas.openxmlformats.org/drawingml/2006/main" noGrp="1"/>
          </p:cNvSpPr>
          <p:nvPr/>
        </p:nvSpPr>
        <p:spPr>
          <a:xfrm xmlns:a="http://schemas.openxmlformats.org/drawingml/2006/main">
            <a:off x="11260485" y="2676525"/>
            <a:ext cx="2813506"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5F6368"/>
                </a:solidFill>
                <a:latin typeface="Noto Sans KR"/>
                <a:ea typeface="Noto Sans KR"/>
                <a:cs typeface="Noto Sans KR"/>
              </a:defRPr>
            </a:pPr>
            <a:r>
              <a:rPr sz="1650" b="0" i="0">
                <a:solidFill>
                  <a:srgbClr val="5F6368"/>
                </a:solidFill>
                <a:latin typeface="Noto Sans KR"/>
                <a:ea typeface="Noto Sans KR"/>
                <a:cs typeface="Noto Sans KR"/>
              </a:rPr>
              <a:t>AI·HPC 공급 · 기업 고객 접점</a:t>
            </a:r>
          </a:p>
        </p:txBody>
      </p:sp>
      <p:sp>
        <p:nvSpPr>
          <p:cNvPr id="10" name="paper-37-text-009">
            <a:extLst xmlns:a="http://schemas.openxmlformats.org/drawingml/2006/main">
              <a:ext uri="{FF2B5EF4-FFF2-40B4-BE49-F238E27FC236}">
                <a16:creationId xmlns:a16="http://schemas.microsoft.com/office/drawing/2014/main" id="{52230C85-156F-48C8-B394-2FF16293C824}"/>
              </a:ext>
            </a:extLst>
          </p:cNvPr>
          <p:cNvSpPr>
            <a:spLocks xmlns:a="http://schemas.openxmlformats.org/drawingml/2006/main" noGrp="1"/>
          </p:cNvSpPr>
          <p:nvPr/>
        </p:nvSpPr>
        <p:spPr>
          <a:xfrm xmlns:a="http://schemas.openxmlformats.org/drawingml/2006/main">
            <a:off x="9591675" y="3152775"/>
            <a:ext cx="770458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i="0">
                <a:solidFill>
                  <a:srgbClr val="202124"/>
                </a:solidFill>
                <a:latin typeface="Noto Sans KR"/>
                <a:ea typeface="Noto Sans KR"/>
                <a:cs typeface="Noto Sans KR"/>
              </a:defRPr>
            </a:pPr>
            <a:r>
              <a:rPr sz="1950" b="0" i="0">
                <a:solidFill>
                  <a:srgbClr val="202124"/>
                </a:solidFill>
                <a:latin typeface="Noto Sans KR"/>
                <a:ea typeface="Noto Sans KR"/>
                <a:cs typeface="Noto Sans KR"/>
              </a:rPr>
              <a:t>Rescale 공급 파트너십을 통한 외부 자원 연계</a:t>
            </a:r>
          </a:p>
        </p:txBody>
      </p:sp>
      <p:sp>
        <p:nvSpPr>
          <p:cNvPr id="11" name="paper-37-text-010">
            <a:extLst xmlns:a="http://schemas.openxmlformats.org/drawingml/2006/main">
              <a:ext uri="{FF2B5EF4-FFF2-40B4-BE49-F238E27FC236}">
                <a16:creationId xmlns:a16="http://schemas.microsoft.com/office/drawing/2014/main" id="{2633C87C-B090-4EEC-AE6C-E926C61B3B61}"/>
              </a:ext>
            </a:extLst>
          </p:cNvPr>
          <p:cNvSpPr>
            <a:spLocks xmlns:a="http://schemas.openxmlformats.org/drawingml/2006/main" noGrp="1"/>
          </p:cNvSpPr>
          <p:nvPr/>
        </p:nvSpPr>
        <p:spPr>
          <a:xfrm xmlns:a="http://schemas.openxmlformats.org/drawingml/2006/main">
            <a:off x="6725245" y="3856482"/>
            <a:ext cx="592074"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5F6368"/>
                </a:solidFill>
                <a:latin typeface="Noto Sans KR"/>
                <a:ea typeface="Noto Sans KR"/>
                <a:cs typeface="Noto Sans KR"/>
              </a:defRPr>
            </a:pPr>
            <a:r>
              <a:rPr sz="2400" b="0" i="0">
                <a:solidFill>
                  <a:srgbClr val="5F6368"/>
                </a:solidFill>
                <a:latin typeface="Noto Sans KR"/>
                <a:ea typeface="Noto Sans KR"/>
                <a:cs typeface="Noto Sans KR"/>
              </a:rPr>
              <a:t>↓</a:t>
            </a:r>
          </a:p>
        </p:txBody>
      </p:sp>
      <p:sp>
        <p:nvSpPr>
          <p:cNvPr id="12" name="paper-37-text-011">
            <a:extLst xmlns:a="http://schemas.openxmlformats.org/drawingml/2006/main">
              <a:ext uri="{FF2B5EF4-FFF2-40B4-BE49-F238E27FC236}">
                <a16:creationId xmlns:a16="http://schemas.microsoft.com/office/drawing/2014/main" id="{6B3F8692-3521-4F66-B84A-A6BEE1D78CA9}"/>
              </a:ext>
            </a:extLst>
          </p:cNvPr>
          <p:cNvSpPr>
            <a:spLocks xmlns:a="http://schemas.openxmlformats.org/drawingml/2006/main" noGrp="1"/>
          </p:cNvSpPr>
          <p:nvPr/>
        </p:nvSpPr>
        <p:spPr>
          <a:xfrm xmlns:a="http://schemas.openxmlformats.org/drawingml/2006/main">
            <a:off x="7239595" y="3914775"/>
            <a:ext cx="3995351"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5F6368"/>
                </a:solidFill>
                <a:latin typeface="Noto Sans KR"/>
                <a:ea typeface="Noto Sans KR"/>
                <a:cs typeface="Noto Sans KR"/>
              </a:defRPr>
            </a:pPr>
            <a:r>
              <a:rPr sz="1650" b="0" i="0">
                <a:solidFill>
                  <a:srgbClr val="5F6368"/>
                </a:solidFill>
                <a:latin typeface="Noto Sans KR"/>
                <a:ea typeface="Noto Sans KR"/>
                <a:cs typeface="Noto Sans KR"/>
              </a:rPr>
              <a:t>GPU 가용 시점에 맞춰 학습·추론 자원 연계</a:t>
            </a:r>
          </a:p>
        </p:txBody>
      </p:sp>
      <p:sp>
        <p:nvSpPr>
          <p:cNvPr id="13" name="paper-37-text-012">
            <a:extLst xmlns:a="http://schemas.openxmlformats.org/drawingml/2006/main">
              <a:ext uri="{FF2B5EF4-FFF2-40B4-BE49-F238E27FC236}">
                <a16:creationId xmlns:a16="http://schemas.microsoft.com/office/drawing/2014/main" id="{810F3230-B288-4C3B-82AF-E04E0C4D1FD1}"/>
              </a:ext>
            </a:extLst>
          </p:cNvPr>
          <p:cNvSpPr>
            <a:spLocks xmlns:a="http://schemas.openxmlformats.org/drawingml/2006/main" noGrp="1"/>
          </p:cNvSpPr>
          <p:nvPr/>
        </p:nvSpPr>
        <p:spPr>
          <a:xfrm xmlns:a="http://schemas.openxmlformats.org/drawingml/2006/main">
            <a:off x="11238756" y="3856482"/>
            <a:ext cx="592074"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5F6368"/>
                </a:solidFill>
                <a:latin typeface="Noto Sans KR"/>
                <a:ea typeface="Noto Sans KR"/>
                <a:cs typeface="Noto Sans KR"/>
              </a:defRPr>
            </a:pPr>
            <a:r>
              <a:rPr sz="2400" b="0" i="0">
                <a:solidFill>
                  <a:srgbClr val="5F6368"/>
                </a:solidFill>
                <a:latin typeface="Noto Sans KR"/>
                <a:ea typeface="Noto Sans KR"/>
                <a:cs typeface="Noto Sans KR"/>
              </a:rPr>
              <a:t>↓</a:t>
            </a:r>
          </a:p>
        </p:txBody>
      </p:sp>
      <p:sp>
        <p:nvSpPr>
          <p:cNvPr id="14" name="paper-37-text-013">
            <a:extLst xmlns:a="http://schemas.openxmlformats.org/drawingml/2006/main">
              <a:ext uri="{FF2B5EF4-FFF2-40B4-BE49-F238E27FC236}">
                <a16:creationId xmlns:a16="http://schemas.microsoft.com/office/drawing/2014/main" id="{C907F509-FEA7-428D-96BC-235E0CCB3FB9}"/>
              </a:ext>
            </a:extLst>
          </p:cNvPr>
          <p:cNvSpPr>
            <a:spLocks xmlns:a="http://schemas.openxmlformats.org/drawingml/2006/main" noGrp="1"/>
          </p:cNvSpPr>
          <p:nvPr/>
        </p:nvSpPr>
        <p:spPr>
          <a:xfrm xmlns:a="http://schemas.openxmlformats.org/drawingml/2006/main">
            <a:off x="1209675" y="4733925"/>
            <a:ext cx="268986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i="0">
                <a:solidFill>
                  <a:srgbClr val="1A73E8"/>
                </a:solidFill>
                <a:latin typeface="Noto Sans KR"/>
                <a:ea typeface="Noto Sans KR"/>
                <a:cs typeface="Noto Sans KR"/>
              </a:defRPr>
            </a:pPr>
            <a:r>
              <a:rPr sz="1725" b="0" i="0">
                <a:solidFill>
                  <a:srgbClr val="1A73E8"/>
                </a:solidFill>
                <a:latin typeface="Noto Sans KR"/>
                <a:ea typeface="Noto Sans KR"/>
                <a:cs typeface="Noto Sans KR"/>
              </a:rPr>
              <a:t>ATHENA</a:t>
            </a:r>
          </a:p>
        </p:txBody>
      </p:sp>
      <p:sp>
        <p:nvSpPr>
          <p:cNvPr id="15" name="paper-37-text-014">
            <a:extLst xmlns:a="http://schemas.openxmlformats.org/drawingml/2006/main">
              <a:ext uri="{FF2B5EF4-FFF2-40B4-BE49-F238E27FC236}">
                <a16:creationId xmlns:a16="http://schemas.microsoft.com/office/drawing/2014/main" id="{32D679B6-FA6A-47A9-9780-8937A19C54F3}"/>
              </a:ext>
            </a:extLst>
          </p:cNvPr>
          <p:cNvSpPr>
            <a:spLocks xmlns:a="http://schemas.openxmlformats.org/drawingml/2006/main" noGrp="1"/>
          </p:cNvSpPr>
          <p:nvPr/>
        </p:nvSpPr>
        <p:spPr>
          <a:xfrm xmlns:a="http://schemas.openxmlformats.org/drawingml/2006/main">
            <a:off x="1209675" y="5095065"/>
            <a:ext cx="2755392" cy="441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Noto Sans KR"/>
                <a:ea typeface="Noto Sans KR"/>
                <a:cs typeface="Noto Sans KR"/>
              </a:defRPr>
            </a:pPr>
            <a:r>
              <a:rPr sz="2325" b="0" i="0">
                <a:solidFill>
                  <a:srgbClr val="202124"/>
                </a:solidFill>
                <a:latin typeface="Noto Sans KR"/>
                <a:ea typeface="Noto Sans KR"/>
                <a:cs typeface="Noto Sans KR"/>
              </a:rPr>
              <a:t>공통 모델 API</a:t>
            </a:r>
          </a:p>
        </p:txBody>
      </p:sp>
      <p:sp>
        <p:nvSpPr>
          <p:cNvPr id="16" name="paper-37-text-015">
            <a:extLst xmlns:a="http://schemas.openxmlformats.org/drawingml/2006/main">
              <a:ext uri="{FF2B5EF4-FFF2-40B4-BE49-F238E27FC236}">
                <a16:creationId xmlns:a16="http://schemas.microsoft.com/office/drawing/2014/main" id="{F0A57EE6-9E51-476E-BA3F-797D382C2919}"/>
              </a:ext>
            </a:extLst>
          </p:cNvPr>
          <p:cNvSpPr>
            <a:spLocks xmlns:a="http://schemas.openxmlformats.org/drawingml/2006/main" noGrp="1"/>
          </p:cNvSpPr>
          <p:nvPr/>
        </p:nvSpPr>
        <p:spPr>
          <a:xfrm xmlns:a="http://schemas.openxmlformats.org/drawingml/2006/main">
            <a:off x="3952875" y="4723590"/>
            <a:ext cx="4708017" cy="441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Noto Sans KR"/>
                <a:ea typeface="Noto Sans KR"/>
                <a:cs typeface="Noto Sans KR"/>
              </a:defRPr>
            </a:pPr>
            <a:r>
              <a:rPr sz="2325" b="0" i="0">
                <a:solidFill>
                  <a:srgbClr val="202124"/>
                </a:solidFill>
                <a:latin typeface="Noto Sans KR"/>
                <a:ea typeface="Noto Sans KR"/>
                <a:cs typeface="Noto Sans KR"/>
              </a:rPr>
              <a:t>라우팅 모델</a:t>
            </a:r>
          </a:p>
        </p:txBody>
      </p:sp>
      <p:sp>
        <p:nvSpPr>
          <p:cNvPr id="17" name="paper-37-text-016">
            <a:extLst xmlns:a="http://schemas.openxmlformats.org/drawingml/2006/main">
              <a:ext uri="{FF2B5EF4-FFF2-40B4-BE49-F238E27FC236}">
                <a16:creationId xmlns:a16="http://schemas.microsoft.com/office/drawing/2014/main" id="{313AD3F9-AB61-4F21-B4AB-C0C372299457}"/>
              </a:ext>
            </a:extLst>
          </p:cNvPr>
          <p:cNvSpPr>
            <a:spLocks xmlns:a="http://schemas.openxmlformats.org/drawingml/2006/main" noGrp="1"/>
          </p:cNvSpPr>
          <p:nvPr/>
        </p:nvSpPr>
        <p:spPr>
          <a:xfrm xmlns:a="http://schemas.openxmlformats.org/drawingml/2006/main">
            <a:off x="3952875" y="5181600"/>
            <a:ext cx="465010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5F6368"/>
                </a:solidFill>
                <a:latin typeface="Noto Sans KR"/>
                <a:ea typeface="Noto Sans KR"/>
                <a:cs typeface="Noto Sans KR"/>
              </a:defRPr>
            </a:pPr>
            <a:r>
              <a:rPr sz="1800" b="0" i="0">
                <a:solidFill>
                  <a:srgbClr val="5F6368"/>
                </a:solidFill>
                <a:latin typeface="Noto Sans KR"/>
                <a:ea typeface="Noto Sans KR"/>
                <a:cs typeface="Noto Sans KR"/>
              </a:rPr>
              <a:t>요청에 맞는 도구·인자 선택</a:t>
            </a:r>
          </a:p>
        </p:txBody>
      </p:sp>
      <p:sp>
        <p:nvSpPr>
          <p:cNvPr id="18" name="paper-37-text-017">
            <a:extLst xmlns:a="http://schemas.openxmlformats.org/drawingml/2006/main">
              <a:ext uri="{FF2B5EF4-FFF2-40B4-BE49-F238E27FC236}">
                <a16:creationId xmlns:a16="http://schemas.microsoft.com/office/drawing/2014/main" id="{DF87B669-7992-48B8-B183-AB5BECFF7F53}"/>
              </a:ext>
            </a:extLst>
          </p:cNvPr>
          <p:cNvSpPr>
            <a:spLocks xmlns:a="http://schemas.openxmlformats.org/drawingml/2006/main" noGrp="1"/>
          </p:cNvSpPr>
          <p:nvPr/>
        </p:nvSpPr>
        <p:spPr>
          <a:xfrm xmlns:a="http://schemas.openxmlformats.org/drawingml/2006/main">
            <a:off x="8648700" y="4723590"/>
            <a:ext cx="4755642" cy="441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i="0">
                <a:solidFill>
                  <a:srgbClr val="202124"/>
                </a:solidFill>
                <a:latin typeface="Noto Sans KR"/>
                <a:ea typeface="Noto Sans KR"/>
                <a:cs typeface="Noto Sans KR"/>
              </a:defRPr>
            </a:pPr>
            <a:r>
              <a:rPr sz="2325" b="0" i="0">
                <a:solidFill>
                  <a:srgbClr val="202124"/>
                </a:solidFill>
                <a:latin typeface="Noto Sans KR"/>
                <a:ea typeface="Noto Sans KR"/>
                <a:cs typeface="Noto Sans KR"/>
              </a:rPr>
              <a:t>금융 특화 모델</a:t>
            </a:r>
          </a:p>
        </p:txBody>
      </p:sp>
      <p:sp>
        <p:nvSpPr>
          <p:cNvPr id="19" name="paper-37-text-018">
            <a:extLst xmlns:a="http://schemas.openxmlformats.org/drawingml/2006/main">
              <a:ext uri="{FF2B5EF4-FFF2-40B4-BE49-F238E27FC236}">
                <a16:creationId xmlns:a16="http://schemas.microsoft.com/office/drawing/2014/main" id="{AFEF6CA2-F9EF-4DE1-B328-FB19D70F0EB3}"/>
              </a:ext>
            </a:extLst>
          </p:cNvPr>
          <p:cNvSpPr>
            <a:spLocks xmlns:a="http://schemas.openxmlformats.org/drawingml/2006/main" noGrp="1"/>
          </p:cNvSpPr>
          <p:nvPr/>
        </p:nvSpPr>
        <p:spPr>
          <a:xfrm xmlns:a="http://schemas.openxmlformats.org/drawingml/2006/main">
            <a:off x="8648700" y="5181600"/>
            <a:ext cx="469773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5F6368"/>
                </a:solidFill>
                <a:latin typeface="Noto Sans KR"/>
                <a:ea typeface="Noto Sans KR"/>
                <a:cs typeface="Noto Sans KR"/>
              </a:defRPr>
            </a:pPr>
            <a:r>
              <a:rPr sz="1800" b="0" i="0">
                <a:solidFill>
                  <a:srgbClr val="5F6368"/>
                </a:solidFill>
                <a:latin typeface="Noto Sans KR"/>
                <a:ea typeface="Noto Sans KR"/>
                <a:cs typeface="Noto Sans KR"/>
              </a:rPr>
              <a:t>금융 데이터 기반 파인튜닝</a:t>
            </a:r>
          </a:p>
        </p:txBody>
      </p:sp>
      <p:sp>
        <p:nvSpPr>
          <p:cNvPr id="20" name="paper-37-text-019">
            <a:extLst xmlns:a="http://schemas.openxmlformats.org/drawingml/2006/main">
              <a:ext uri="{FF2B5EF4-FFF2-40B4-BE49-F238E27FC236}">
                <a16:creationId xmlns:a16="http://schemas.microsoft.com/office/drawing/2014/main" id="{3C8EB2BD-09D2-47C6-9A1A-AFAA31FF4EC8}"/>
              </a:ext>
            </a:extLst>
          </p:cNvPr>
          <p:cNvSpPr>
            <a:spLocks xmlns:a="http://schemas.openxmlformats.org/drawingml/2006/main" noGrp="1"/>
          </p:cNvSpPr>
          <p:nvPr/>
        </p:nvSpPr>
        <p:spPr>
          <a:xfrm xmlns:a="http://schemas.openxmlformats.org/drawingml/2006/main">
            <a:off x="13630275" y="4743450"/>
            <a:ext cx="313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API 인증 · 사용량 집계</a:t>
            </a:r>
          </a:p>
        </p:txBody>
      </p:sp>
      <p:sp>
        <p:nvSpPr>
          <p:cNvPr id="21" name="paper-37-text-020">
            <a:extLst xmlns:a="http://schemas.openxmlformats.org/drawingml/2006/main">
              <a:ext uri="{FF2B5EF4-FFF2-40B4-BE49-F238E27FC236}">
                <a16:creationId xmlns:a16="http://schemas.microsoft.com/office/drawing/2014/main" id="{A6B0144A-0433-4F3E-9F60-D0AA5278C6C4}"/>
              </a:ext>
            </a:extLst>
          </p:cNvPr>
          <p:cNvSpPr>
            <a:spLocks xmlns:a="http://schemas.openxmlformats.org/drawingml/2006/main" noGrp="1"/>
          </p:cNvSpPr>
          <p:nvPr/>
        </p:nvSpPr>
        <p:spPr>
          <a:xfrm xmlns:a="http://schemas.openxmlformats.org/drawingml/2006/main">
            <a:off x="13630275" y="5143500"/>
            <a:ext cx="313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i="0">
                <a:solidFill>
                  <a:srgbClr val="202124"/>
                </a:solidFill>
                <a:latin typeface="Noto Sans KR"/>
                <a:ea typeface="Noto Sans KR"/>
                <a:cs typeface="Noto Sans KR"/>
              </a:defRPr>
            </a:pPr>
            <a:r>
              <a:rPr sz="1875" b="0" i="0">
                <a:solidFill>
                  <a:srgbClr val="202124"/>
                </a:solidFill>
                <a:latin typeface="Noto Sans KR"/>
                <a:ea typeface="Noto Sans KR"/>
                <a:cs typeface="Noto Sans KR"/>
              </a:rPr>
              <a:t>과금 · 품질 관리</a:t>
            </a:r>
          </a:p>
        </p:txBody>
      </p:sp>
      <p:sp>
        <p:nvSpPr>
          <p:cNvPr id="22" name="paper-37-text-021">
            <a:extLst xmlns:a="http://schemas.openxmlformats.org/drawingml/2006/main">
              <a:ext uri="{FF2B5EF4-FFF2-40B4-BE49-F238E27FC236}">
                <a16:creationId xmlns:a16="http://schemas.microsoft.com/office/drawing/2014/main" id="{33B0452F-CCC3-4C1B-9012-F04B238C2C30}"/>
              </a:ext>
            </a:extLst>
          </p:cNvPr>
          <p:cNvSpPr>
            <a:spLocks xmlns:a="http://schemas.openxmlformats.org/drawingml/2006/main" noGrp="1"/>
          </p:cNvSpPr>
          <p:nvPr/>
        </p:nvSpPr>
        <p:spPr>
          <a:xfrm xmlns:a="http://schemas.openxmlformats.org/drawingml/2006/main">
            <a:off x="3425577" y="5875782"/>
            <a:ext cx="592074"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5F6368"/>
                </a:solidFill>
                <a:latin typeface="Noto Sans KR"/>
                <a:ea typeface="Noto Sans KR"/>
                <a:cs typeface="Noto Sans KR"/>
              </a:defRPr>
            </a:pPr>
            <a:r>
              <a:rPr sz="2400" b="0" i="0">
                <a:solidFill>
                  <a:srgbClr val="5F6368"/>
                </a:solidFill>
                <a:latin typeface="Noto Sans KR"/>
                <a:ea typeface="Noto Sans KR"/>
                <a:cs typeface="Noto Sans KR"/>
              </a:rPr>
              <a:t>↓</a:t>
            </a:r>
          </a:p>
        </p:txBody>
      </p:sp>
      <p:sp>
        <p:nvSpPr>
          <p:cNvPr id="23" name="paper-37-text-022">
            <a:extLst xmlns:a="http://schemas.openxmlformats.org/drawingml/2006/main">
              <a:ext uri="{FF2B5EF4-FFF2-40B4-BE49-F238E27FC236}">
                <a16:creationId xmlns:a16="http://schemas.microsoft.com/office/drawing/2014/main" id="{16F1EC42-A6AC-4604-A88C-05C63DF3B3F6}"/>
              </a:ext>
            </a:extLst>
          </p:cNvPr>
          <p:cNvSpPr>
            <a:spLocks xmlns:a="http://schemas.openxmlformats.org/drawingml/2006/main" noGrp="1"/>
          </p:cNvSpPr>
          <p:nvPr/>
        </p:nvSpPr>
        <p:spPr>
          <a:xfrm xmlns:a="http://schemas.openxmlformats.org/drawingml/2006/main">
            <a:off x="3882777" y="5934075"/>
            <a:ext cx="2784336"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5F6368"/>
                </a:solidFill>
                <a:latin typeface="Noto Sans KR"/>
                <a:ea typeface="Noto Sans KR"/>
                <a:cs typeface="Noto Sans KR"/>
              </a:defRPr>
            </a:pPr>
            <a:r>
              <a:rPr sz="1650" b="0" i="0">
                <a:solidFill>
                  <a:srgbClr val="5F6368"/>
                </a:solidFill>
                <a:latin typeface="Noto Sans KR"/>
                <a:ea typeface="Noto Sans KR"/>
                <a:cs typeface="Noto Sans KR"/>
              </a:rPr>
              <a:t>앱 내 이용 · 외부 서비스 연동</a:t>
            </a:r>
          </a:p>
        </p:txBody>
      </p:sp>
      <p:sp>
        <p:nvSpPr>
          <p:cNvPr id="24" name="paper-37-text-023">
            <a:extLst xmlns:a="http://schemas.openxmlformats.org/drawingml/2006/main">
              <a:ext uri="{FF2B5EF4-FFF2-40B4-BE49-F238E27FC236}">
                <a16:creationId xmlns:a16="http://schemas.microsoft.com/office/drawing/2014/main" id="{CEEBEEF4-EDC0-4E22-A4DF-59383122B0AB}"/>
              </a:ext>
            </a:extLst>
          </p:cNvPr>
          <p:cNvSpPr>
            <a:spLocks xmlns:a="http://schemas.openxmlformats.org/drawingml/2006/main" noGrp="1"/>
          </p:cNvSpPr>
          <p:nvPr/>
        </p:nvSpPr>
        <p:spPr>
          <a:xfrm xmlns:a="http://schemas.openxmlformats.org/drawingml/2006/main">
            <a:off x="11614696" y="5875782"/>
            <a:ext cx="592074"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5F6368"/>
                </a:solidFill>
                <a:latin typeface="Noto Sans KR"/>
                <a:ea typeface="Noto Sans KR"/>
                <a:cs typeface="Noto Sans KR"/>
              </a:defRPr>
            </a:pPr>
            <a:r>
              <a:rPr sz="2400" b="0" i="0">
                <a:solidFill>
                  <a:srgbClr val="5F6368"/>
                </a:solidFill>
                <a:latin typeface="Noto Sans KR"/>
                <a:ea typeface="Noto Sans KR"/>
                <a:cs typeface="Noto Sans KR"/>
              </a:rPr>
              <a:t>↓</a:t>
            </a:r>
          </a:p>
        </p:txBody>
      </p:sp>
      <p:sp>
        <p:nvSpPr>
          <p:cNvPr id="25" name="paper-37-text-024">
            <a:extLst xmlns:a="http://schemas.openxmlformats.org/drawingml/2006/main">
              <a:ext uri="{FF2B5EF4-FFF2-40B4-BE49-F238E27FC236}">
                <a16:creationId xmlns:a16="http://schemas.microsoft.com/office/drawing/2014/main" id="{647DE6D5-0EF7-44F7-889F-D0238412DA0A}"/>
              </a:ext>
            </a:extLst>
          </p:cNvPr>
          <p:cNvSpPr>
            <a:spLocks xmlns:a="http://schemas.openxmlformats.org/drawingml/2006/main" noGrp="1"/>
          </p:cNvSpPr>
          <p:nvPr/>
        </p:nvSpPr>
        <p:spPr>
          <a:xfrm xmlns:a="http://schemas.openxmlformats.org/drawingml/2006/main">
            <a:off x="12071896" y="5934075"/>
            <a:ext cx="316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i="0">
                <a:solidFill>
                  <a:srgbClr val="5F6368"/>
                </a:solidFill>
                <a:latin typeface="Noto Sans KR"/>
                <a:ea typeface="Noto Sans KR"/>
                <a:cs typeface="Noto Sans KR"/>
              </a:defRPr>
            </a:pPr>
            <a:r>
              <a:rPr sz="1650" b="0" i="0">
                <a:solidFill>
                  <a:srgbClr val="5F6368"/>
                </a:solidFill>
                <a:latin typeface="Noto Sans KR"/>
                <a:ea typeface="Noto Sans KR"/>
                <a:cs typeface="Noto Sans KR"/>
              </a:rPr>
              <a:t>투자 작업 지원 · 계좌 서비스 연결</a:t>
            </a:r>
          </a:p>
        </p:txBody>
      </p:sp>
      <p:sp>
        <p:nvSpPr>
          <p:cNvPr id="26" name="paper-37-text-025">
            <a:extLst xmlns:a="http://schemas.openxmlformats.org/drawingml/2006/main">
              <a:ext uri="{FF2B5EF4-FFF2-40B4-BE49-F238E27FC236}">
                <a16:creationId xmlns:a16="http://schemas.microsoft.com/office/drawing/2014/main" id="{DE03FF5A-039A-4F4E-8664-B26788F891F6}"/>
              </a:ext>
            </a:extLst>
          </p:cNvPr>
          <p:cNvSpPr>
            <a:spLocks xmlns:a="http://schemas.openxmlformats.org/drawingml/2006/main" noGrp="1"/>
          </p:cNvSpPr>
          <p:nvPr/>
        </p:nvSpPr>
        <p:spPr>
          <a:xfrm xmlns:a="http://schemas.openxmlformats.org/drawingml/2006/main">
            <a:off x="1219200" y="6781800"/>
            <a:ext cx="250266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1A73E8"/>
                </a:solidFill>
                <a:latin typeface="Noto Sans KR"/>
                <a:ea typeface="Noto Sans KR"/>
                <a:cs typeface="Noto Sans KR"/>
              </a:defRPr>
            </a:pPr>
            <a:r>
              <a:rPr sz="1800" b="0" i="0">
                <a:solidFill>
                  <a:srgbClr val="1A73E8"/>
                </a:solidFill>
                <a:latin typeface="Noto Sans KR"/>
                <a:ea typeface="Noto Sans KR"/>
                <a:cs typeface="Noto Sans KR"/>
              </a:rPr>
              <a:t>수익 경로 01 · ATHENA</a:t>
            </a:r>
          </a:p>
        </p:txBody>
      </p:sp>
      <p:sp>
        <p:nvSpPr>
          <p:cNvPr id="27" name="paper-37-text-026">
            <a:extLst xmlns:a="http://schemas.openxmlformats.org/drawingml/2006/main">
              <a:ext uri="{FF2B5EF4-FFF2-40B4-BE49-F238E27FC236}">
                <a16:creationId xmlns:a16="http://schemas.microsoft.com/office/drawing/2014/main" id="{65754CA2-36B4-4AEA-9B80-D4BF63BED66C}"/>
              </a:ext>
            </a:extLst>
          </p:cNvPr>
          <p:cNvSpPr>
            <a:spLocks xmlns:a="http://schemas.openxmlformats.org/drawingml/2006/main" noGrp="1"/>
          </p:cNvSpPr>
          <p:nvPr/>
        </p:nvSpPr>
        <p:spPr>
          <a:xfrm xmlns:a="http://schemas.openxmlformats.org/drawingml/2006/main">
            <a:off x="6613624" y="6733032"/>
            <a:ext cx="2341400"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202124"/>
                </a:solidFill>
                <a:latin typeface="Noto Sans KR"/>
                <a:ea typeface="Noto Sans KR"/>
                <a:cs typeface="Noto Sans KR"/>
              </a:defRPr>
            </a:pPr>
            <a:r>
              <a:rPr sz="2400" b="0" i="0">
                <a:solidFill>
                  <a:srgbClr val="202124"/>
                </a:solidFill>
                <a:latin typeface="Noto Sans KR"/>
                <a:ea typeface="Noto Sans KR"/>
                <a:cs typeface="Noto Sans KR"/>
              </a:rPr>
              <a:t>모델 API 사용료</a:t>
            </a:r>
          </a:p>
        </p:txBody>
      </p:sp>
      <p:sp>
        <p:nvSpPr>
          <p:cNvPr id="28" name="paper-37-text-027">
            <a:extLst xmlns:a="http://schemas.openxmlformats.org/drawingml/2006/main">
              <a:ext uri="{FF2B5EF4-FFF2-40B4-BE49-F238E27FC236}">
                <a16:creationId xmlns:a16="http://schemas.microsoft.com/office/drawing/2014/main" id="{81FAA82E-1CBF-4689-8F9A-19546921A99B}"/>
              </a:ext>
            </a:extLst>
          </p:cNvPr>
          <p:cNvSpPr>
            <a:spLocks xmlns:a="http://schemas.openxmlformats.org/drawingml/2006/main" noGrp="1"/>
          </p:cNvSpPr>
          <p:nvPr/>
        </p:nvSpPr>
        <p:spPr>
          <a:xfrm xmlns:a="http://schemas.openxmlformats.org/drawingml/2006/main">
            <a:off x="1219200" y="7286625"/>
            <a:ext cx="769391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외부 금융 서비스의 라우팅·금융 모델 API 사용량</a:t>
            </a:r>
          </a:p>
        </p:txBody>
      </p:sp>
      <p:sp>
        <p:nvSpPr>
          <p:cNvPr id="29" name="paper-37-text-028">
            <a:extLst xmlns:a="http://schemas.openxmlformats.org/drawingml/2006/main">
              <a:ext uri="{FF2B5EF4-FFF2-40B4-BE49-F238E27FC236}">
                <a16:creationId xmlns:a16="http://schemas.microsoft.com/office/drawing/2014/main" id="{D98EF0D2-DE6A-432B-B137-8FE3BCA4DFDE}"/>
              </a:ext>
            </a:extLst>
          </p:cNvPr>
          <p:cNvSpPr>
            <a:spLocks xmlns:a="http://schemas.openxmlformats.org/drawingml/2006/main" noGrp="1"/>
          </p:cNvSpPr>
          <p:nvPr/>
        </p:nvSpPr>
        <p:spPr>
          <a:xfrm xmlns:a="http://schemas.openxmlformats.org/drawingml/2006/main">
            <a:off x="1219200" y="7943850"/>
            <a:ext cx="766953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5F6368"/>
                </a:solidFill>
                <a:latin typeface="Noto Sans KR"/>
                <a:ea typeface="Noto Sans KR"/>
                <a:cs typeface="Noto Sans KR"/>
              </a:defRPr>
            </a:pPr>
            <a:r>
              <a:rPr sz="1800" b="0" i="0">
                <a:solidFill>
                  <a:srgbClr val="5F6368"/>
                </a:solidFill>
                <a:latin typeface="Noto Sans KR"/>
                <a:ea typeface="Noto Sans KR"/>
                <a:cs typeface="Noto Sans KR"/>
              </a:rPr>
              <a:t>자체 모델을 그룹 인프라 위에서 외부 고객에게 공급</a:t>
            </a:r>
          </a:p>
        </p:txBody>
      </p:sp>
      <p:sp>
        <p:nvSpPr>
          <p:cNvPr id="30" name="paper-37-text-029">
            <a:extLst xmlns:a="http://schemas.openxmlformats.org/drawingml/2006/main">
              <a:ext uri="{FF2B5EF4-FFF2-40B4-BE49-F238E27FC236}">
                <a16:creationId xmlns:a16="http://schemas.microsoft.com/office/drawing/2014/main" id="{4D997652-EE23-48C3-9C34-6B98422B2372}"/>
              </a:ext>
            </a:extLst>
          </p:cNvPr>
          <p:cNvSpPr>
            <a:spLocks xmlns:a="http://schemas.openxmlformats.org/drawingml/2006/main" noGrp="1"/>
          </p:cNvSpPr>
          <p:nvPr/>
        </p:nvSpPr>
        <p:spPr>
          <a:xfrm xmlns:a="http://schemas.openxmlformats.org/drawingml/2006/main">
            <a:off x="1219200" y="8420100"/>
            <a:ext cx="766191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i="0">
                <a:solidFill>
                  <a:srgbClr val="202124"/>
                </a:solidFill>
                <a:latin typeface="Noto Sans KR"/>
                <a:ea typeface="Noto Sans KR"/>
                <a:cs typeface="Noto Sans KR"/>
              </a:defRPr>
            </a:pPr>
            <a:r>
              <a:rPr sz="1725" b="0" i="0">
                <a:solidFill>
                  <a:srgbClr val="202124"/>
                </a:solidFill>
                <a:latin typeface="Noto Sans KR"/>
                <a:ea typeface="Noto Sans KR"/>
                <a:cs typeface="Noto Sans KR"/>
              </a:rPr>
              <a:t>수익성 관리: API 매출 − 추론·GPU·데이터·운영비</a:t>
            </a:r>
          </a:p>
        </p:txBody>
      </p:sp>
      <p:sp>
        <p:nvSpPr>
          <p:cNvPr id="31" name="paper-37-text-030">
            <a:extLst xmlns:a="http://schemas.openxmlformats.org/drawingml/2006/main">
              <a:ext uri="{FF2B5EF4-FFF2-40B4-BE49-F238E27FC236}">
                <a16:creationId xmlns:a16="http://schemas.microsoft.com/office/drawing/2014/main" id="{4EDC6629-B1E2-4283-8727-0C5BF103B72A}"/>
              </a:ext>
            </a:extLst>
          </p:cNvPr>
          <p:cNvSpPr>
            <a:spLocks xmlns:a="http://schemas.openxmlformats.org/drawingml/2006/main" noGrp="1"/>
          </p:cNvSpPr>
          <p:nvPr/>
        </p:nvSpPr>
        <p:spPr>
          <a:xfrm xmlns:a="http://schemas.openxmlformats.org/drawingml/2006/main">
            <a:off x="9601200" y="6781800"/>
            <a:ext cx="25287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5F6368"/>
                </a:solidFill>
                <a:latin typeface="Noto Sans KR"/>
                <a:ea typeface="Noto Sans KR"/>
                <a:cs typeface="Noto Sans KR"/>
              </a:defRPr>
            </a:pPr>
            <a:r>
              <a:rPr sz="1800" b="0" i="0">
                <a:solidFill>
                  <a:srgbClr val="5F6368"/>
                </a:solidFill>
                <a:latin typeface="Noto Sans KR"/>
                <a:ea typeface="Noto Sans KR"/>
                <a:cs typeface="Noto Sans KR"/>
              </a:rPr>
              <a:t>수익 경로 02 · 키움증권</a:t>
            </a:r>
          </a:p>
        </p:txBody>
      </p:sp>
      <p:sp>
        <p:nvSpPr>
          <p:cNvPr id="32" name="paper-37-text-031">
            <a:extLst xmlns:a="http://schemas.openxmlformats.org/drawingml/2006/main">
              <a:ext uri="{FF2B5EF4-FFF2-40B4-BE49-F238E27FC236}">
                <a16:creationId xmlns:a16="http://schemas.microsoft.com/office/drawing/2014/main" id="{7654069F-578B-4EFE-B278-8BD0BDCF3EB2}"/>
              </a:ext>
            </a:extLst>
          </p:cNvPr>
          <p:cNvSpPr>
            <a:spLocks xmlns:a="http://schemas.openxmlformats.org/drawingml/2006/main" noGrp="1"/>
          </p:cNvSpPr>
          <p:nvPr/>
        </p:nvSpPr>
        <p:spPr>
          <a:xfrm xmlns:a="http://schemas.openxmlformats.org/drawingml/2006/main">
            <a:off x="14916150" y="6733032"/>
            <a:ext cx="2420874" cy="461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i="0">
                <a:solidFill>
                  <a:srgbClr val="202124"/>
                </a:solidFill>
                <a:latin typeface="Noto Sans KR"/>
                <a:ea typeface="Noto Sans KR"/>
                <a:cs typeface="Noto Sans KR"/>
              </a:defRPr>
            </a:pPr>
            <a:r>
              <a:rPr sz="2400" b="0" i="0">
                <a:solidFill>
                  <a:srgbClr val="202124"/>
                </a:solidFill>
                <a:latin typeface="Noto Sans KR"/>
                <a:ea typeface="Noto Sans KR"/>
                <a:cs typeface="Noto Sans KR"/>
              </a:rPr>
              <a:t>추가 거래 수수료</a:t>
            </a:r>
          </a:p>
        </p:txBody>
      </p:sp>
      <p:sp>
        <p:nvSpPr>
          <p:cNvPr id="33" name="paper-37-text-032">
            <a:extLst xmlns:a="http://schemas.openxmlformats.org/drawingml/2006/main">
              <a:ext uri="{FF2B5EF4-FFF2-40B4-BE49-F238E27FC236}">
                <a16:creationId xmlns:a16="http://schemas.microsoft.com/office/drawing/2014/main" id="{0E10EB0B-7390-4CF3-8B38-1C034A8EE94C}"/>
              </a:ext>
            </a:extLst>
          </p:cNvPr>
          <p:cNvSpPr>
            <a:spLocks xmlns:a="http://schemas.openxmlformats.org/drawingml/2006/main" noGrp="1"/>
          </p:cNvSpPr>
          <p:nvPr/>
        </p:nvSpPr>
        <p:spPr>
          <a:xfrm xmlns:a="http://schemas.openxmlformats.org/drawingml/2006/main">
            <a:off x="9601200" y="7286625"/>
            <a:ext cx="769391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202124"/>
                </a:solidFill>
                <a:latin typeface="Noto Sans KR"/>
                <a:ea typeface="Noto Sans KR"/>
                <a:cs typeface="Noto Sans KR"/>
              </a:defRPr>
            </a:pPr>
            <a:r>
              <a:rPr sz="2025" b="0" i="0">
                <a:solidFill>
                  <a:srgbClr val="202124"/>
                </a:solidFill>
                <a:latin typeface="Noto Sans KR"/>
                <a:ea typeface="Noto Sans KR"/>
                <a:cs typeface="Noto Sans KR"/>
              </a:rPr>
              <a:t>ATHENA 이용 → 연결 계좌의 추가 거래 → 수수료</a:t>
            </a:r>
          </a:p>
        </p:txBody>
      </p:sp>
      <p:sp>
        <p:nvSpPr>
          <p:cNvPr id="34" name="paper-37-text-033">
            <a:extLst xmlns:a="http://schemas.openxmlformats.org/drawingml/2006/main">
              <a:ext uri="{FF2B5EF4-FFF2-40B4-BE49-F238E27FC236}">
                <a16:creationId xmlns:a16="http://schemas.microsoft.com/office/drawing/2014/main" id="{64C24E93-7054-414F-8C2C-ADA035CF33DB}"/>
              </a:ext>
            </a:extLst>
          </p:cNvPr>
          <p:cNvSpPr>
            <a:spLocks xmlns:a="http://schemas.openxmlformats.org/drawingml/2006/main" noGrp="1"/>
          </p:cNvSpPr>
          <p:nvPr/>
        </p:nvSpPr>
        <p:spPr>
          <a:xfrm xmlns:a="http://schemas.openxmlformats.org/drawingml/2006/main">
            <a:off x="9601200" y="7943850"/>
            <a:ext cx="766953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i="0">
                <a:solidFill>
                  <a:srgbClr val="5F6368"/>
                </a:solidFill>
                <a:latin typeface="Noto Sans KR"/>
                <a:ea typeface="Noto Sans KR"/>
                <a:cs typeface="Noto Sans KR"/>
              </a:defRPr>
            </a:pPr>
            <a:r>
              <a:rPr sz="1800" b="0" i="0">
                <a:solidFill>
                  <a:srgbClr val="5F6368"/>
                </a:solidFill>
                <a:latin typeface="Noto Sans KR"/>
                <a:ea typeface="Noto Sans KR"/>
                <a:cs typeface="Noto Sans KR"/>
              </a:rPr>
              <a:t>고객 유입과 지속 사용을 증권 서비스 접점으로 연결</a:t>
            </a:r>
          </a:p>
        </p:txBody>
      </p:sp>
      <p:sp>
        <p:nvSpPr>
          <p:cNvPr id="35" name="paper-37-text-034">
            <a:extLst xmlns:a="http://schemas.openxmlformats.org/drawingml/2006/main">
              <a:ext uri="{FF2B5EF4-FFF2-40B4-BE49-F238E27FC236}">
                <a16:creationId xmlns:a16="http://schemas.microsoft.com/office/drawing/2014/main" id="{2776717C-652F-4376-BEFA-D5D6332F9AD3}"/>
              </a:ext>
            </a:extLst>
          </p:cNvPr>
          <p:cNvSpPr>
            <a:spLocks xmlns:a="http://schemas.openxmlformats.org/drawingml/2006/main" noGrp="1"/>
          </p:cNvSpPr>
          <p:nvPr/>
        </p:nvSpPr>
        <p:spPr>
          <a:xfrm xmlns:a="http://schemas.openxmlformats.org/drawingml/2006/main">
            <a:off x="9601200" y="8420100"/>
            <a:ext cx="766191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i="0">
                <a:solidFill>
                  <a:srgbClr val="202124"/>
                </a:solidFill>
                <a:latin typeface="Noto Sans KR"/>
                <a:ea typeface="Noto Sans KR"/>
                <a:cs typeface="Noto Sans KR"/>
              </a:defRPr>
            </a:pPr>
            <a:r>
              <a:rPr sz="1725" b="0" i="0">
                <a:solidFill>
                  <a:srgbClr val="202124"/>
                </a:solidFill>
                <a:latin typeface="Noto Sans KR"/>
                <a:ea typeface="Noto Sans KR"/>
                <a:cs typeface="Noto Sans KR"/>
              </a:rPr>
              <a:t>기여도 관리: 신규·추가 거래 규모와 순수수료</a:t>
            </a:r>
          </a:p>
        </p:txBody>
      </p:sp>
      <p:sp>
        <p:nvSpPr>
          <p:cNvPr id="36" name="paper-37-text-035">
            <a:extLst xmlns:a="http://schemas.openxmlformats.org/drawingml/2006/main">
              <a:ext uri="{FF2B5EF4-FFF2-40B4-BE49-F238E27FC236}">
                <a16:creationId xmlns:a16="http://schemas.microsoft.com/office/drawing/2014/main" id="{CB7D089F-0499-435F-9DB2-91402E4251DA}"/>
              </a:ext>
            </a:extLst>
          </p:cNvPr>
          <p:cNvSpPr>
            <a:spLocks xmlns:a="http://schemas.openxmlformats.org/drawingml/2006/main" noGrp="1"/>
          </p:cNvSpPr>
          <p:nvPr/>
        </p:nvSpPr>
        <p:spPr>
          <a:xfrm xmlns:a="http://schemas.openxmlformats.org/drawingml/2006/main">
            <a:off x="942975" y="9648825"/>
            <a:ext cx="519678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Noto Sans KR"/>
                <a:ea typeface="Noto Sans KR"/>
                <a:cs typeface="Noto Sans KR"/>
              </a:defRPr>
            </a:pPr>
            <a:r>
              <a:rPr sz="1500" b="0" i="0">
                <a:solidFill>
                  <a:srgbClr val="5F6368"/>
                </a:solidFill>
                <a:latin typeface="Noto Sans KR"/>
                <a:ea typeface="Noto Sans KR"/>
                <a:cs typeface="Noto Sans KR"/>
              </a:rPr>
              <a:t>그룹 연계 사업 구상 · 모델 API 사업과 증권 서비스의 수익 경로</a:t>
            </a:r>
          </a:p>
        </p:txBody>
      </p:sp>
      <p:sp>
        <p:nvSpPr>
          <p:cNvPr id="37" name="paper-37-text-036">
            <a:extLst xmlns:a="http://schemas.openxmlformats.org/drawingml/2006/main">
              <a:ext uri="{FF2B5EF4-FFF2-40B4-BE49-F238E27FC236}">
                <a16:creationId xmlns:a16="http://schemas.microsoft.com/office/drawing/2014/main" id="{D48A5036-EAF9-4311-A00C-C643851ACC4D}"/>
              </a:ext>
            </a:extLst>
          </p:cNvPr>
          <p:cNvSpPr>
            <a:spLocks xmlns:a="http://schemas.openxmlformats.org/drawingml/2006/main" noGrp="1"/>
          </p:cNvSpPr>
          <p:nvPr/>
        </p:nvSpPr>
        <p:spPr>
          <a:xfrm xmlns:a="http://schemas.openxmlformats.org/drawingml/2006/main">
            <a:off x="16205597" y="9648825"/>
            <a:ext cx="1310878"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5F6368"/>
                </a:solidFill>
                <a:latin typeface="Arial"/>
                <a:ea typeface="Arial"/>
                <a:cs typeface="Arial"/>
              </a:defRPr>
            </a:pPr>
            <a:r>
              <a:rPr sz="1500" b="0" i="0">
                <a:solidFill>
                  <a:srgbClr val="5F6368"/>
                </a:solidFill>
                <a:latin typeface="Arial"/>
                <a:ea typeface="Arial"/>
                <a:cs typeface="Arial"/>
              </a:rPr>
              <a:t>ATHENA　06</a:t>
            </a:r>
          </a:p>
        </p:txBody>
      </p:sp>
    </p:spTree>
    <p:extLst>
      <p:ext uri="{BB962C8B-B14F-4D97-AF65-F5344CB8AC3E}">
        <p14:creationId xmlns:p14="http://schemas.microsoft.com/office/powerpoint/2010/main" val="54534573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af77df8279eb416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paper-38-text-001">
            <a:extLst xmlns:a="http://schemas.openxmlformats.org/drawingml/2006/main">
              <a:ext uri="{FF2B5EF4-FFF2-40B4-BE49-F238E27FC236}">
                <a16:creationId xmlns:a16="http://schemas.microsoft.com/office/drawing/2014/main" id="{D307A63B-1F32-4CE4-8D03-92C4A13A733F}"/>
              </a:ext>
            </a:extLst>
          </p:cNvPr>
          <p:cNvSpPr>
            <a:spLocks xmlns:a="http://schemas.openxmlformats.org/drawingml/2006/main" noGrp="1"/>
          </p:cNvSpPr>
          <p:nvPr/>
        </p:nvSpPr>
        <p:spPr>
          <a:xfrm xmlns:a="http://schemas.openxmlformats.org/drawingml/2006/main">
            <a:off x="6107460" y="3729305"/>
            <a:ext cx="7578030" cy="2211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0" b="0" i="0">
                <a:solidFill>
                  <a:srgbClr val="0E20B2"/>
                </a:solidFill>
                <a:latin typeface="Daki L"/>
                <a:ea typeface="Daki L"/>
                <a:cs typeface="Daki L"/>
              </a:defRPr>
            </a:pPr>
            <a:r>
              <a:rPr sz="13500" b="0" i="0">
                <a:solidFill>
                  <a:srgbClr val="0E20B2"/>
                </a:solidFill>
                <a:latin typeface="Daki L"/>
                <a:ea typeface="Daki L"/>
                <a:cs typeface="Daki L"/>
              </a:rPr>
              <a:t>ATHENA</a:t>
            </a:r>
          </a:p>
        </p:txBody>
      </p:sp>
      <p:sp>
        <p:nvSpPr>
          <p:cNvPr id="3" name="paper-38-text-002">
            <a:extLst xmlns:a="http://schemas.openxmlformats.org/drawingml/2006/main">
              <a:ext uri="{FF2B5EF4-FFF2-40B4-BE49-F238E27FC236}">
                <a16:creationId xmlns:a16="http://schemas.microsoft.com/office/drawing/2014/main" id="{300D5C48-AF18-4F62-BB86-889BCB2D20A2}"/>
              </a:ext>
            </a:extLst>
          </p:cNvPr>
          <p:cNvSpPr>
            <a:spLocks xmlns:a="http://schemas.openxmlformats.org/drawingml/2006/main" noGrp="1"/>
          </p:cNvSpPr>
          <p:nvPr/>
        </p:nvSpPr>
        <p:spPr>
          <a:xfrm xmlns:a="http://schemas.openxmlformats.org/drawingml/2006/main">
            <a:off x="7173516" y="6113413"/>
            <a:ext cx="416728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i="0">
                <a:solidFill>
                  <a:srgbClr val="718096"/>
                </a:solidFill>
                <a:latin typeface="Daki L"/>
                <a:ea typeface="Daki L"/>
                <a:cs typeface="Daki L"/>
              </a:defRPr>
            </a:pPr>
            <a:r>
              <a:rPr sz="2025" b="0" i="0">
                <a:solidFill>
                  <a:srgbClr val="718096"/>
                </a:solidFill>
                <a:latin typeface="Daki L"/>
                <a:ea typeface="Daki L"/>
                <a:cs typeface="Daki L"/>
              </a:rPr>
              <a:t>투자자의 말이 작업으로 이어지는 공간</a:t>
            </a:r>
          </a:p>
        </p:txBody>
      </p:sp>
    </p:spTree>
    <p:extLst>
      <p:ext uri="{BB962C8B-B14F-4D97-AF65-F5344CB8AC3E}">
        <p14:creationId xmlns:p14="http://schemas.microsoft.com/office/powerpoint/2010/main" val="21263457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2026-09-21T22:43:06.4070000Z</dcterms:created>
  <dcterms:modified xsi:type="dcterms:W3CDTF">2026-09-21T22:43:06.4070000Z</dcterms:modified>
</coreProperties>
</file>